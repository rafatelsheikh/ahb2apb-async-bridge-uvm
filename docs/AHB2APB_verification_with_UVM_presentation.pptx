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5"/>
  </p:notesMasterIdLst>
  <p:sldIdLst>
    <p:sldId id="256" r:id="rId2"/>
    <p:sldId id="285" r:id="rId3"/>
    <p:sldId id="258" r:id="rId4"/>
    <p:sldId id="276" r:id="rId5"/>
    <p:sldId id="259" r:id="rId6"/>
    <p:sldId id="295" r:id="rId7"/>
    <p:sldId id="296" r:id="rId8"/>
    <p:sldId id="297" r:id="rId9"/>
    <p:sldId id="298" r:id="rId10"/>
    <p:sldId id="299" r:id="rId11"/>
    <p:sldId id="300" r:id="rId12"/>
    <p:sldId id="303" r:id="rId13"/>
    <p:sldId id="304" r:id="rId14"/>
    <p:sldId id="305" r:id="rId15"/>
    <p:sldId id="324" r:id="rId16"/>
    <p:sldId id="314" r:id="rId17"/>
    <p:sldId id="315" r:id="rId18"/>
    <p:sldId id="316" r:id="rId19"/>
    <p:sldId id="317" r:id="rId20"/>
    <p:sldId id="318" r:id="rId21"/>
    <p:sldId id="294" r:id="rId22"/>
    <p:sldId id="319" r:id="rId23"/>
    <p:sldId id="320" r:id="rId24"/>
    <p:sldId id="321" r:id="rId25"/>
    <p:sldId id="322" r:id="rId26"/>
    <p:sldId id="323" r:id="rId27"/>
    <p:sldId id="301" r:id="rId28"/>
    <p:sldId id="325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70" r:id="rId38"/>
    <p:sldId id="271" r:id="rId39"/>
    <p:sldId id="272" r:id="rId40"/>
    <p:sldId id="273" r:id="rId41"/>
    <p:sldId id="274" r:id="rId42"/>
    <p:sldId id="275" r:id="rId43"/>
    <p:sldId id="277" r:id="rId44"/>
    <p:sldId id="278" r:id="rId45"/>
    <p:sldId id="269" r:id="rId46"/>
    <p:sldId id="279" r:id="rId47"/>
    <p:sldId id="280" r:id="rId48"/>
    <p:sldId id="281" r:id="rId49"/>
    <p:sldId id="287" r:id="rId50"/>
    <p:sldId id="286" r:id="rId51"/>
    <p:sldId id="284" r:id="rId52"/>
    <p:sldId id="293" r:id="rId53"/>
    <p:sldId id="283" r:id="rId54"/>
    <p:sldId id="288" r:id="rId55"/>
    <p:sldId id="289" r:id="rId56"/>
    <p:sldId id="291" r:id="rId57"/>
    <p:sldId id="292" r:id="rId58"/>
    <p:sldId id="309" r:id="rId59"/>
    <p:sldId id="306" r:id="rId60"/>
    <p:sldId id="313" r:id="rId61"/>
    <p:sldId id="312" r:id="rId62"/>
    <p:sldId id="257" r:id="rId63"/>
    <p:sldId id="290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4C150-1CD4-4C5A-86EA-686DFDC5EA37}" v="192" dt="2026-10-12T23:31:14.780"/>
    <p1510:client id="{7E6BDE78-2015-4E7B-8BD7-506085BF6535}" v="57" dt="2026-10-12T13:14:50.077"/>
    <p1510:client id="{8603118A-F682-47AF-B759-AD12C8349505}" v="418" dt="2026-10-12T21:53:17.956"/>
    <p1510:client id="{F0012116-7DF6-4544-8B2B-504C463B93D3}" v="9" dt="2026-10-13T06:40:56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97" autoAdjust="0"/>
  </p:normalViewPr>
  <p:slideViewPr>
    <p:cSldViewPr snapToGrid="0">
      <p:cViewPr varScale="1">
        <p:scale>
          <a:sx n="76" d="100"/>
          <a:sy n="76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سعيد ماهر سعيد عطاالله" userId="f7574e03-804b-468d-9edd-ee487b50934a" providerId="ADAL" clId="{3B1797C6-4F83-4CAA-B90C-98092BFC6954}"/>
    <pc:docChg chg="undo custSel modSld">
      <pc:chgData name="سعيد ماهر سعيد عطاالله" userId="f7574e03-804b-468d-9edd-ee487b50934a" providerId="ADAL" clId="{3B1797C6-4F83-4CAA-B90C-98092BFC6954}" dt="2026-10-13T06:40:56.888" v="2240"/>
      <pc:docMkLst>
        <pc:docMk/>
      </pc:docMkLst>
      <pc:sldChg chg="modSp mod modTransition">
        <pc:chgData name="سعيد ماهر سعيد عطاالله" userId="f7574e03-804b-468d-9edd-ee487b50934a" providerId="ADAL" clId="{3B1797C6-4F83-4CAA-B90C-98092BFC6954}" dt="2026-10-12T23:19:27.573" v="2181" actId="14100"/>
        <pc:sldMkLst>
          <pc:docMk/>
          <pc:sldMk cId="109857222" sldId="256"/>
        </pc:sldMkLst>
        <pc:spChg chg="mod">
          <ac:chgData name="سعيد ماهر سعيد عطاالله" userId="f7574e03-804b-468d-9edd-ee487b50934a" providerId="ADAL" clId="{3B1797C6-4F83-4CAA-B90C-98092BFC6954}" dt="2026-10-12T23:19:27.573" v="2181" actId="14100"/>
          <ac:spMkLst>
            <pc:docMk/>
            <pc:sldMk cId="109857222" sldId="256"/>
            <ac:spMk id="3" creationId="{00000000-0000-0000-0000-000000000000}"/>
          </ac:spMkLst>
        </pc:spChg>
      </pc:sldChg>
      <pc:sldChg chg="modTransition addAnim delAnim modAnim">
        <pc:chgData name="سعيد ماهر سعيد عطاالله" userId="f7574e03-804b-468d-9edd-ee487b50934a" providerId="ADAL" clId="{3B1797C6-4F83-4CAA-B90C-98092BFC6954}" dt="2026-10-12T23:18:36.582" v="2135"/>
        <pc:sldMkLst>
          <pc:docMk/>
          <pc:sldMk cId="0" sldId="257"/>
        </pc:sldMkLst>
      </pc:sldChg>
      <pc:sldChg chg="modTransition">
        <pc:chgData name="سعيد ماهر سعيد عطاالله" userId="f7574e03-804b-468d-9edd-ee487b50934a" providerId="ADAL" clId="{3B1797C6-4F83-4CAA-B90C-98092BFC6954}" dt="2026-10-12T22:47:02.689" v="6"/>
        <pc:sldMkLst>
          <pc:docMk/>
          <pc:sldMk cId="4179804316" sldId="258"/>
        </pc:sldMkLst>
      </pc:sldChg>
      <pc:sldChg chg="modTransition">
        <pc:chgData name="سعيد ماهر سعيد عطاالله" userId="f7574e03-804b-468d-9edd-ee487b50934a" providerId="ADAL" clId="{3B1797C6-4F83-4CAA-B90C-98092BFC6954}" dt="2026-10-12T22:47:09.474" v="8"/>
        <pc:sldMkLst>
          <pc:docMk/>
          <pc:sldMk cId="645692463" sldId="259"/>
        </pc:sldMkLst>
      </pc:sldChg>
      <pc:sldChg chg="modTransition">
        <pc:chgData name="سعيد ماهر سعيد عطاالله" userId="f7574e03-804b-468d-9edd-ee487b50934a" providerId="ADAL" clId="{3B1797C6-4F83-4CAA-B90C-98092BFC6954}" dt="2026-10-12T23:02:25.348" v="880"/>
        <pc:sldMkLst>
          <pc:docMk/>
          <pc:sldMk cId="2793574985" sldId="261"/>
        </pc:sldMkLst>
      </pc:sldChg>
      <pc:sldChg chg="addAnim delAnim modAnim">
        <pc:chgData name="سعيد ماهر سعيد عطاالله" userId="f7574e03-804b-468d-9edd-ee487b50934a" providerId="ADAL" clId="{3B1797C6-4F83-4CAA-B90C-98092BFC6954}" dt="2026-10-12T23:06:09.504" v="1457"/>
        <pc:sldMkLst>
          <pc:docMk/>
          <pc:sldMk cId="0" sldId="269"/>
        </pc:sldMkLst>
      </pc:sldChg>
      <pc:sldChg chg="modSp mod">
        <pc:chgData name="سعيد ماهر سعيد عطاالله" userId="f7574e03-804b-468d-9edd-ee487b50934a" providerId="ADAL" clId="{3B1797C6-4F83-4CAA-B90C-98092BFC6954}" dt="2026-10-13T06:40:24.046" v="2236" actId="14100"/>
        <pc:sldMkLst>
          <pc:docMk/>
          <pc:sldMk cId="3402413106" sldId="273"/>
        </pc:sldMkLst>
        <pc:spChg chg="mod">
          <ac:chgData name="سعيد ماهر سعيد عطاالله" userId="f7574e03-804b-468d-9edd-ee487b50934a" providerId="ADAL" clId="{3B1797C6-4F83-4CAA-B90C-98092BFC6954}" dt="2026-10-13T06:40:24.046" v="2236" actId="14100"/>
          <ac:spMkLst>
            <pc:docMk/>
            <pc:sldMk cId="3402413106" sldId="273"/>
            <ac:spMk id="66" creationId="{A2F5E5D3-4B32-D195-4F91-C105613D1F90}"/>
          </ac:spMkLst>
        </pc:spChg>
        <pc:spChg chg="mod">
          <ac:chgData name="سعيد ماهر سعيد عطاالله" userId="f7574e03-804b-468d-9edd-ee487b50934a" providerId="ADAL" clId="{3B1797C6-4F83-4CAA-B90C-98092BFC6954}" dt="2026-10-13T06:40:16.293" v="2233" actId="122"/>
          <ac:spMkLst>
            <pc:docMk/>
            <pc:sldMk cId="3402413106" sldId="273"/>
            <ac:spMk id="68" creationId="{EA071BA3-5734-B581-6E58-55F41AEBB1B8}"/>
          </ac:spMkLst>
        </pc:spChg>
        <pc:cxnChg chg="mod">
          <ac:chgData name="سعيد ماهر سعيد عطاالله" userId="f7574e03-804b-468d-9edd-ee487b50934a" providerId="ADAL" clId="{3B1797C6-4F83-4CAA-B90C-98092BFC6954}" dt="2026-10-13T06:40:24.046" v="2236" actId="14100"/>
          <ac:cxnSpMkLst>
            <pc:docMk/>
            <pc:sldMk cId="3402413106" sldId="273"/>
            <ac:cxnSpMk id="59" creationId="{DA298F6D-EEB6-FD45-D023-D9DDCA7BE846}"/>
          </ac:cxnSpMkLst>
        </pc:cxnChg>
        <pc:cxnChg chg="mod">
          <ac:chgData name="سعيد ماهر سعيد عطاالله" userId="f7574e03-804b-468d-9edd-ee487b50934a" providerId="ADAL" clId="{3B1797C6-4F83-4CAA-B90C-98092BFC6954}" dt="2026-10-13T06:40:24.046" v="2236" actId="14100"/>
          <ac:cxnSpMkLst>
            <pc:docMk/>
            <pc:sldMk cId="3402413106" sldId="273"/>
            <ac:cxnSpMk id="60" creationId="{F9E1D46F-47A0-7BB5-63CE-444FA5489A93}"/>
          </ac:cxnSpMkLst>
        </pc:cxnChg>
      </pc:sldChg>
      <pc:sldChg chg="addSp delSp modSp mod modAnim">
        <pc:chgData name="سعيد ماهر سعيد عطاالله" userId="f7574e03-804b-468d-9edd-ee487b50934a" providerId="ADAL" clId="{3B1797C6-4F83-4CAA-B90C-98092BFC6954}" dt="2026-10-13T06:40:56.888" v="2240"/>
        <pc:sldMkLst>
          <pc:docMk/>
          <pc:sldMk cId="3357575571" sldId="274"/>
        </pc:sldMkLst>
        <pc:spChg chg="add mod">
          <ac:chgData name="سعيد ماهر سعيد عطاالله" userId="f7574e03-804b-468d-9edd-ee487b50934a" providerId="ADAL" clId="{3B1797C6-4F83-4CAA-B90C-98092BFC6954}" dt="2026-10-13T06:40:33.550" v="2238"/>
          <ac:spMkLst>
            <pc:docMk/>
            <pc:sldMk cId="3357575571" sldId="274"/>
            <ac:spMk id="22" creationId="{6F4FD931-0019-A016-7ED6-6891A76071AD}"/>
          </ac:spMkLst>
        </pc:spChg>
        <pc:spChg chg="del mod">
          <ac:chgData name="سعيد ماهر سعيد عطاالله" userId="f7574e03-804b-468d-9edd-ee487b50934a" providerId="ADAL" clId="{3B1797C6-4F83-4CAA-B90C-98092BFC6954}" dt="2026-10-13T06:40:32.438" v="2237" actId="478"/>
          <ac:spMkLst>
            <pc:docMk/>
            <pc:sldMk cId="3357575571" sldId="274"/>
            <ac:spMk id="66" creationId="{B919458B-128D-52A0-F94D-43F7DB20B25C}"/>
          </ac:spMkLst>
        </pc:spChg>
        <pc:spChg chg="mod">
          <ac:chgData name="سعيد ماهر سعيد عطاالله" userId="f7574e03-804b-468d-9edd-ee487b50934a" providerId="ADAL" clId="{3B1797C6-4F83-4CAA-B90C-98092BFC6954}" dt="2026-10-13T06:40:01.527" v="2228" actId="122"/>
          <ac:spMkLst>
            <pc:docMk/>
            <pc:sldMk cId="3357575571" sldId="274"/>
            <ac:spMk id="68" creationId="{A3AAFEEB-D654-A597-AAB9-CFBCE8D4FAF4}"/>
          </ac:spMkLst>
        </pc:spChg>
        <pc:cxnChg chg="mod">
          <ac:chgData name="سعيد ماهر سعيد عطاالله" userId="f7574e03-804b-468d-9edd-ee487b50934a" providerId="ADAL" clId="{3B1797C6-4F83-4CAA-B90C-98092BFC6954}" dt="2026-10-13T06:40:37.974" v="2239" actId="14100"/>
          <ac:cxnSpMkLst>
            <pc:docMk/>
            <pc:sldMk cId="3357575571" sldId="274"/>
            <ac:cxnSpMk id="59" creationId="{B578ABCB-BC03-A41F-27CD-D737D6CF938A}"/>
          </ac:cxnSpMkLst>
        </pc:cxnChg>
        <pc:cxnChg chg="mod">
          <ac:chgData name="سعيد ماهر سعيد عطاالله" userId="f7574e03-804b-468d-9edd-ee487b50934a" providerId="ADAL" clId="{3B1797C6-4F83-4CAA-B90C-98092BFC6954}" dt="2026-10-13T06:40:32.438" v="2237" actId="478"/>
          <ac:cxnSpMkLst>
            <pc:docMk/>
            <pc:sldMk cId="3357575571" sldId="274"/>
            <ac:cxnSpMk id="60" creationId="{2439F7D3-7C3A-0BE3-E64E-A4C368FAD7DC}"/>
          </ac:cxnSpMkLst>
        </pc:cxnChg>
      </pc:sldChg>
      <pc:sldChg chg="modTransition">
        <pc:chgData name="سعيد ماهر سعيد عطاالله" userId="f7574e03-804b-468d-9edd-ee487b50934a" providerId="ADAL" clId="{3B1797C6-4F83-4CAA-B90C-98092BFC6954}" dt="2026-10-12T23:02:39.653" v="882"/>
        <pc:sldMkLst>
          <pc:docMk/>
          <pc:sldMk cId="3525269935" sldId="275"/>
        </pc:sldMkLst>
      </pc:sldChg>
      <pc:sldChg chg="delSp modSp mod addAnim delAnim modAnim">
        <pc:chgData name="سعيد ماهر سعيد عطاالله" userId="f7574e03-804b-468d-9edd-ee487b50934a" providerId="ADAL" clId="{3B1797C6-4F83-4CAA-B90C-98092BFC6954}" dt="2026-10-12T23:21:07.723" v="2194"/>
        <pc:sldMkLst>
          <pc:docMk/>
          <pc:sldMk cId="2248552517" sldId="276"/>
        </pc:sldMkLst>
        <pc:spChg chg="del mod">
          <ac:chgData name="سعيد ماهر سعيد عطاالله" userId="f7574e03-804b-468d-9edd-ee487b50934a" providerId="ADAL" clId="{3B1797C6-4F83-4CAA-B90C-98092BFC6954}" dt="2026-10-12T23:20:35.011" v="2191" actId="478"/>
          <ac:spMkLst>
            <pc:docMk/>
            <pc:sldMk cId="2248552517" sldId="276"/>
            <ac:spMk id="26" creationId="{4F170766-EE8E-1A3B-8F7F-0E113F5FE17A}"/>
          </ac:spMkLst>
        </pc:spChg>
      </pc:sldChg>
      <pc:sldChg chg="addSp delSp modSp mod modAnim">
        <pc:chgData name="سعيد ماهر سعيد عطاالله" userId="f7574e03-804b-468d-9edd-ee487b50934a" providerId="ADAL" clId="{3B1797C6-4F83-4CAA-B90C-98092BFC6954}" dt="2026-10-12T23:04:32.459" v="1141" actId="478"/>
        <pc:sldMkLst>
          <pc:docMk/>
          <pc:sldMk cId="0" sldId="277"/>
        </pc:sldMkLst>
        <pc:spChg chg="add mod">
          <ac:chgData name="سعيد ماهر سعيد عطاالله" userId="f7574e03-804b-468d-9edd-ee487b50934a" providerId="ADAL" clId="{3B1797C6-4F83-4CAA-B90C-98092BFC6954}" dt="2026-10-12T23:03:42.962" v="1140" actId="1038"/>
          <ac:spMkLst>
            <pc:docMk/>
            <pc:sldMk cId="0" sldId="277"/>
            <ac:spMk id="22" creationId="{95193FEF-5938-F03D-4FE0-C7ABA3E707DF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28" creationId="{E911BE46-EF8B-7F10-F5E1-6B8FC0305CD8}"/>
          </ac:spMkLst>
        </pc:spChg>
        <pc:spChg chg="del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30" creationId="{D87A9C85-BA25-4DFF-257E-D5C02D498A9C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36" creationId="{171B1652-060B-61ED-3C98-E5303CA1F054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38" creationId="{B9E7A86A-44AA-DA01-4684-41B413E3EC5D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42" creationId="{84358D24-4880-0A54-B2CC-7DFAEED309BE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44" creationId="{C3E428B3-650B-41D1-0538-44623C1A8EB7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46" creationId="{8D07F2EF-4D00-B2CD-76BA-73DD580F5B2F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48" creationId="{B4391478-EE32-9409-C920-352677D06DD3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50" creationId="{DB2B8DAE-056F-42ED-21ED-B6BD0DA272CA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3:04:32.459" v="1141" actId="478"/>
          <ac:spMkLst>
            <pc:docMk/>
            <pc:sldMk cId="0" sldId="277"/>
            <ac:spMk id="52" creationId="{3F637BA1-8658-D9FF-AF51-913794A3A430}"/>
          </ac:spMkLst>
        </pc:spChg>
      </pc:sldChg>
      <pc:sldChg chg="addSp modSp mod addAnim delAnim modAnim">
        <pc:chgData name="سعيد ماهر سعيد عطاالله" userId="f7574e03-804b-468d-9edd-ee487b50934a" providerId="ADAL" clId="{3B1797C6-4F83-4CAA-B90C-98092BFC6954}" dt="2026-10-12T23:06:34.027" v="1458"/>
        <pc:sldMkLst>
          <pc:docMk/>
          <pc:sldMk cId="0" sldId="278"/>
        </pc:sldMkLst>
        <pc:spChg chg="add mod">
          <ac:chgData name="سعيد ماهر سعيد عطاالله" userId="f7574e03-804b-468d-9edd-ee487b50934a" providerId="ADAL" clId="{3B1797C6-4F83-4CAA-B90C-98092BFC6954}" dt="2026-10-12T23:05:25.698" v="1303" actId="1037"/>
          <ac:spMkLst>
            <pc:docMk/>
            <pc:sldMk cId="0" sldId="278"/>
            <ac:spMk id="20" creationId="{8FE90D14-200C-AF14-8C0B-74EBBAE40EBD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5:25.698" v="1303" actId="1037"/>
          <ac:spMkLst>
            <pc:docMk/>
            <pc:sldMk cId="0" sldId="278"/>
            <ac:spMk id="22" creationId="{B94886DC-197E-4191-E648-56E09C41A652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5:43.378" v="1455" actId="1038"/>
          <ac:spMkLst>
            <pc:docMk/>
            <pc:sldMk cId="0" sldId="278"/>
            <ac:spMk id="24" creationId="{A773A51B-DCA4-E271-A294-E35C1DF363DB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5:43.378" v="1455" actId="1038"/>
          <ac:spMkLst>
            <pc:docMk/>
            <pc:sldMk cId="0" sldId="278"/>
            <ac:spMk id="26" creationId="{F727918F-5F53-C0EF-15BA-85A10F5B6053}"/>
          </ac:spMkLst>
        </pc:spChg>
      </pc:sldChg>
      <pc:sldChg chg="modTransition">
        <pc:chgData name="سعيد ماهر سعيد عطاالله" userId="f7574e03-804b-468d-9edd-ee487b50934a" providerId="ADAL" clId="{3B1797C6-4F83-4CAA-B90C-98092BFC6954}" dt="2026-10-12T23:06:40.642" v="1460"/>
        <pc:sldMkLst>
          <pc:docMk/>
          <pc:sldMk cId="3351628585" sldId="279"/>
        </pc:sldMkLst>
      </pc:sldChg>
      <pc:sldChg chg="addSp modSp mod addAnim delAnim modAnim">
        <pc:chgData name="سعيد ماهر سعيد عطاالله" userId="f7574e03-804b-468d-9edd-ee487b50934a" providerId="ADAL" clId="{3B1797C6-4F83-4CAA-B90C-98092BFC6954}" dt="2026-10-12T23:09:45.471" v="1649"/>
        <pc:sldMkLst>
          <pc:docMk/>
          <pc:sldMk cId="887021180" sldId="280"/>
        </pc:sldMkLst>
        <pc:spChg chg="mod">
          <ac:chgData name="سعيد ماهر سعيد عطاالله" userId="f7574e03-804b-468d-9edd-ee487b50934a" providerId="ADAL" clId="{3B1797C6-4F83-4CAA-B90C-98092BFC6954}" dt="2026-10-12T23:09:18.242" v="1645" actId="20577"/>
          <ac:spMkLst>
            <pc:docMk/>
            <pc:sldMk cId="887021180" sldId="280"/>
            <ac:spMk id="17" creationId="{B1EB6191-EFE8-76C7-7CD9-668B3779CB06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20" creationId="{637506C8-A812-F523-9E6D-D79E04825911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22" creationId="{5C0DFA03-4347-6925-AB44-108ABA6CFA62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26" creationId="{48B9AB36-FD72-A836-DF04-3886ED05363C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28" creationId="{314FFDDD-BA8C-5630-78C6-234E8E551AE7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38" creationId="{B04359F1-5956-2012-9B48-03D389A47C80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40" creationId="{2DA830DB-4446-1D4D-CD7D-B4F7DBF7A98F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42" creationId="{342A180C-93BE-EEA8-E45C-EF918CC48338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44" creationId="{54762B0C-A806-259B-A161-EA44FC3FEB21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9:12.577" v="1644" actId="20577"/>
          <ac:spMkLst>
            <pc:docMk/>
            <pc:sldMk cId="887021180" sldId="280"/>
            <ac:spMk id="50" creationId="{A98F7237-CB21-BCB5-5BB9-2EF767A7B10E}"/>
          </ac:spMkLst>
        </pc:spChg>
        <pc:spChg chg="add mod">
          <ac:chgData name="سعيد ماهر سعيد عطاالله" userId="f7574e03-804b-468d-9edd-ee487b50934a" providerId="ADAL" clId="{3B1797C6-4F83-4CAA-B90C-98092BFC6954}" dt="2026-10-12T23:07:47.343" v="1602" actId="1038"/>
          <ac:spMkLst>
            <pc:docMk/>
            <pc:sldMk cId="887021180" sldId="280"/>
            <ac:spMk id="52" creationId="{BFED4CB6-AD01-3641-92FD-CFD8A879831F}"/>
          </ac:spMkLst>
        </pc:spChg>
      </pc:sldChg>
      <pc:sldChg chg="modSp mod">
        <pc:chgData name="سعيد ماهر سعيد عطاالله" userId="f7574e03-804b-468d-9edd-ee487b50934a" providerId="ADAL" clId="{3B1797C6-4F83-4CAA-B90C-98092BFC6954}" dt="2026-10-12T23:08:46.429" v="1640" actId="20577"/>
        <pc:sldMkLst>
          <pc:docMk/>
          <pc:sldMk cId="2339430320" sldId="281"/>
        </pc:sldMkLst>
        <pc:spChg chg="mod">
          <ac:chgData name="سعيد ماهر سعيد عطاالله" userId="f7574e03-804b-468d-9edd-ee487b50934a" providerId="ADAL" clId="{3B1797C6-4F83-4CAA-B90C-98092BFC6954}" dt="2026-10-12T23:08:46.429" v="1640" actId="20577"/>
          <ac:spMkLst>
            <pc:docMk/>
            <pc:sldMk cId="2339430320" sldId="281"/>
            <ac:spMk id="17" creationId="{ABD6BB01-2421-8A23-5C6F-FEC553585F45}"/>
          </ac:spMkLst>
        </pc:spChg>
      </pc:sldChg>
      <pc:sldChg chg="addSp modSp mod modTransition modAnim">
        <pc:chgData name="سعيد ماهر سعيد عطاالله" userId="f7574e03-804b-468d-9edd-ee487b50934a" providerId="ADAL" clId="{3B1797C6-4F83-4CAA-B90C-98092BFC6954}" dt="2026-10-12T23:13:17.387" v="1789" actId="1038"/>
        <pc:sldMkLst>
          <pc:docMk/>
          <pc:sldMk cId="2017311740" sldId="283"/>
        </pc:sldMkLst>
        <pc:graphicFrameChg chg="add mod">
          <ac:chgData name="سعيد ماهر سعيد عطاالله" userId="f7574e03-804b-468d-9edd-ee487b50934a" providerId="ADAL" clId="{3B1797C6-4F83-4CAA-B90C-98092BFC6954}" dt="2026-10-12T23:13:17.387" v="1789" actId="1038"/>
          <ac:graphicFrameMkLst>
            <pc:docMk/>
            <pc:sldMk cId="2017311740" sldId="283"/>
            <ac:graphicFrameMk id="5" creationId="{236FA6FD-41CC-9F08-0AFD-0098503A7EB7}"/>
          </ac:graphicFrameMkLst>
        </pc:graphicFrameChg>
      </pc:sldChg>
      <pc:sldChg chg="modSp mod">
        <pc:chgData name="سعيد ماهر سعيد عطاالله" userId="f7574e03-804b-468d-9edd-ee487b50934a" providerId="ADAL" clId="{3B1797C6-4F83-4CAA-B90C-98092BFC6954}" dt="2026-10-12T23:11:50.521" v="1684" actId="1076"/>
        <pc:sldMkLst>
          <pc:docMk/>
          <pc:sldMk cId="3672613345" sldId="284"/>
        </pc:sldMkLst>
        <pc:spChg chg="mod">
          <ac:chgData name="سعيد ماهر سعيد عطاالله" userId="f7574e03-804b-468d-9edd-ee487b50934a" providerId="ADAL" clId="{3B1797C6-4F83-4CAA-B90C-98092BFC6954}" dt="2026-10-12T23:11:50.521" v="1684" actId="1076"/>
          <ac:spMkLst>
            <pc:docMk/>
            <pc:sldMk cId="3672613345" sldId="284"/>
            <ac:spMk id="2" creationId="{FD6FBA4D-14B6-4B65-38A4-455938EFF527}"/>
          </ac:spMkLst>
        </pc:spChg>
      </pc:sldChg>
      <pc:sldChg chg="modTransition">
        <pc:chgData name="سعيد ماهر سعيد عطاالله" userId="f7574e03-804b-468d-9edd-ee487b50934a" providerId="ADAL" clId="{3B1797C6-4F83-4CAA-B90C-98092BFC6954}" dt="2026-10-12T22:46:56.362" v="4"/>
        <pc:sldMkLst>
          <pc:docMk/>
          <pc:sldMk cId="3550131337" sldId="285"/>
        </pc:sldMkLst>
      </pc:sldChg>
      <pc:sldChg chg="modAnim">
        <pc:chgData name="سعيد ماهر سعيد عطاالله" userId="f7574e03-804b-468d-9edd-ee487b50934a" providerId="ADAL" clId="{3B1797C6-4F83-4CAA-B90C-98092BFC6954}" dt="2026-10-12T23:11:39.015" v="1682"/>
        <pc:sldMkLst>
          <pc:docMk/>
          <pc:sldMk cId="2313970077" sldId="286"/>
        </pc:sldMkLst>
      </pc:sldChg>
      <pc:sldChg chg="modTransition">
        <pc:chgData name="سعيد ماهر سعيد عطاالله" userId="f7574e03-804b-468d-9edd-ee487b50934a" providerId="ADAL" clId="{3B1797C6-4F83-4CAA-B90C-98092BFC6954}" dt="2026-10-12T23:09:57.936" v="1651"/>
        <pc:sldMkLst>
          <pc:docMk/>
          <pc:sldMk cId="3892906963" sldId="287"/>
        </pc:sldMkLst>
      </pc:sldChg>
      <pc:sldChg chg="addSp modSp mod modAnim">
        <pc:chgData name="سعيد ماهر سعيد عطاالله" userId="f7574e03-804b-468d-9edd-ee487b50934a" providerId="ADAL" clId="{3B1797C6-4F83-4CAA-B90C-98092BFC6954}" dt="2026-10-12T23:13:29.361" v="1890"/>
        <pc:sldMkLst>
          <pc:docMk/>
          <pc:sldMk cId="3546865860" sldId="288"/>
        </pc:sldMkLst>
        <pc:graphicFrameChg chg="add mod">
          <ac:chgData name="سعيد ماهر سعيد عطاالله" userId="f7574e03-804b-468d-9edd-ee487b50934a" providerId="ADAL" clId="{3B1797C6-4F83-4CAA-B90C-98092BFC6954}" dt="2026-10-12T23:13:26.212" v="1889" actId="1037"/>
          <ac:graphicFrameMkLst>
            <pc:docMk/>
            <pc:sldMk cId="3546865860" sldId="288"/>
            <ac:graphicFrameMk id="3" creationId="{150A2889-BB2F-D92F-3188-80943E584432}"/>
          </ac:graphicFrameMkLst>
        </pc:graphicFrameChg>
        <pc:graphicFrameChg chg="mod">
          <ac:chgData name="سعيد ماهر سعيد عطاالله" userId="f7574e03-804b-468d-9edd-ee487b50934a" providerId="ADAL" clId="{3B1797C6-4F83-4CAA-B90C-98092BFC6954}" dt="2026-10-12T23:13:09.547" v="1694" actId="1036"/>
          <ac:graphicFrameMkLst>
            <pc:docMk/>
            <pc:sldMk cId="3546865860" sldId="288"/>
            <ac:graphicFrameMk id="16" creationId="{FC82E920-16BF-6E4B-C388-3711B0C60D75}"/>
          </ac:graphicFrameMkLst>
        </pc:graphicFrameChg>
      </pc:sldChg>
      <pc:sldChg chg="modSp mod modAnim">
        <pc:chgData name="سعيد ماهر سعيد عطاالله" userId="f7574e03-804b-468d-9edd-ee487b50934a" providerId="ADAL" clId="{3B1797C6-4F83-4CAA-B90C-98092BFC6954}" dt="2026-10-12T23:14:27.151" v="1897"/>
        <pc:sldMkLst>
          <pc:docMk/>
          <pc:sldMk cId="617230623" sldId="289"/>
        </pc:sldMkLst>
        <pc:spChg chg="mod">
          <ac:chgData name="سعيد ماهر سعيد عطاالله" userId="f7574e03-804b-468d-9edd-ee487b50934a" providerId="ADAL" clId="{3B1797C6-4F83-4CAA-B90C-98092BFC6954}" dt="2026-10-12T23:13:54.600" v="1893" actId="1076"/>
          <ac:spMkLst>
            <pc:docMk/>
            <pc:sldMk cId="617230623" sldId="289"/>
            <ac:spMk id="2" creationId="{79D64695-F939-2A64-B0AF-CABECF12FF87}"/>
          </ac:spMkLst>
        </pc:spChg>
      </pc:sldChg>
      <pc:sldChg chg="modSp mod modTransition">
        <pc:chgData name="سعيد ماهر سعيد عطاالله" userId="f7574e03-804b-468d-9edd-ee487b50934a" providerId="ADAL" clId="{3B1797C6-4F83-4CAA-B90C-98092BFC6954}" dt="2026-10-12T23:18:56.001" v="2139" actId="122"/>
        <pc:sldMkLst>
          <pc:docMk/>
          <pc:sldMk cId="2675010345" sldId="290"/>
        </pc:sldMkLst>
        <pc:spChg chg="mod">
          <ac:chgData name="سعيد ماهر سعيد عطاالله" userId="f7574e03-804b-468d-9edd-ee487b50934a" providerId="ADAL" clId="{3B1797C6-4F83-4CAA-B90C-98092BFC6954}" dt="2026-10-12T23:18:56.001" v="2139" actId="122"/>
          <ac:spMkLst>
            <pc:docMk/>
            <pc:sldMk cId="2675010345" sldId="290"/>
            <ac:spMk id="2" creationId="{FCE55132-359A-BD73-3B09-D83758A0B3FD}"/>
          </ac:spMkLst>
        </pc:spChg>
      </pc:sldChg>
      <pc:sldChg chg="addSp modSp mod modAnim">
        <pc:chgData name="سعيد ماهر سعيد عطاالله" userId="f7574e03-804b-468d-9edd-ee487b50934a" providerId="ADAL" clId="{3B1797C6-4F83-4CAA-B90C-98092BFC6954}" dt="2026-10-12T23:14:51.011" v="1998" actId="1038"/>
        <pc:sldMkLst>
          <pc:docMk/>
          <pc:sldMk cId="3389096118" sldId="291"/>
        </pc:sldMkLst>
        <pc:graphicFrameChg chg="add mod">
          <ac:chgData name="سعيد ماهر سعيد عطاالله" userId="f7574e03-804b-468d-9edd-ee487b50934a" providerId="ADAL" clId="{3B1797C6-4F83-4CAA-B90C-98092BFC6954}" dt="2026-10-12T23:14:51.011" v="1998" actId="1038"/>
          <ac:graphicFrameMkLst>
            <pc:docMk/>
            <pc:sldMk cId="3389096118" sldId="291"/>
            <ac:graphicFrameMk id="5" creationId="{71DBD5C0-7A49-F5A6-31F9-2CE7694859B8}"/>
          </ac:graphicFrameMkLst>
        </pc:graphicFrameChg>
      </pc:sldChg>
      <pc:sldChg chg="addSp modSp mod modAnim">
        <pc:chgData name="سعيد ماهر سعيد عطاالله" userId="f7574e03-804b-468d-9edd-ee487b50934a" providerId="ADAL" clId="{3B1797C6-4F83-4CAA-B90C-98092BFC6954}" dt="2026-10-12T23:15:03.428" v="2105"/>
        <pc:sldMkLst>
          <pc:docMk/>
          <pc:sldMk cId="4102654613" sldId="292"/>
        </pc:sldMkLst>
        <pc:graphicFrameChg chg="add mod">
          <ac:chgData name="سعيد ماهر سعيد عطاالله" userId="f7574e03-804b-468d-9edd-ee487b50934a" providerId="ADAL" clId="{3B1797C6-4F83-4CAA-B90C-98092BFC6954}" dt="2026-10-12T23:14:59.901" v="2104" actId="1037"/>
          <ac:graphicFrameMkLst>
            <pc:docMk/>
            <pc:sldMk cId="4102654613" sldId="292"/>
            <ac:graphicFrameMk id="3" creationId="{F36B762B-2999-F925-938B-0754167F1344}"/>
          </ac:graphicFrameMkLst>
        </pc:graphicFrameChg>
      </pc:sldChg>
      <pc:sldChg chg="addAnim delAnim modAnim">
        <pc:chgData name="سعيد ماهر سعيد عطاالله" userId="f7574e03-804b-468d-9edd-ee487b50934a" providerId="ADAL" clId="{3B1797C6-4F83-4CAA-B90C-98092BFC6954}" dt="2026-10-12T22:58:49.404" v="847"/>
        <pc:sldMkLst>
          <pc:docMk/>
          <pc:sldMk cId="3576326513" sldId="294"/>
        </pc:sldMkLst>
      </pc:sldChg>
      <pc:sldChg chg="modSp mod addAnim delAnim modAnim">
        <pc:chgData name="سعيد ماهر سعيد عطاالله" userId="f7574e03-804b-468d-9edd-ee487b50934a" providerId="ADAL" clId="{3B1797C6-4F83-4CAA-B90C-98092BFC6954}" dt="2026-10-12T22:47:57.474" v="17"/>
        <pc:sldMkLst>
          <pc:docMk/>
          <pc:sldMk cId="1779918676" sldId="295"/>
        </pc:sldMkLst>
        <pc:spChg chg="mod">
          <ac:chgData name="سعيد ماهر سعيد عطاالله" userId="f7574e03-804b-468d-9edd-ee487b50934a" providerId="ADAL" clId="{3B1797C6-4F83-4CAA-B90C-98092BFC6954}" dt="2026-10-12T22:47:20.526" v="9" actId="1076"/>
          <ac:spMkLst>
            <pc:docMk/>
            <pc:sldMk cId="1779918676" sldId="295"/>
            <ac:spMk id="2" creationId="{76535434-1DCA-930A-1845-B9742C5E61B5}"/>
          </ac:spMkLst>
        </pc:spChg>
        <pc:spChg chg="mod">
          <ac:chgData name="سعيد ماهر سعيد عطاالله" userId="f7574e03-804b-468d-9edd-ee487b50934a" providerId="ADAL" clId="{3B1797C6-4F83-4CAA-B90C-98092BFC6954}" dt="2026-10-12T22:47:26.353" v="11" actId="1076"/>
          <ac:spMkLst>
            <pc:docMk/>
            <pc:sldMk cId="1779918676" sldId="295"/>
            <ac:spMk id="10" creationId="{F764DC65-F5B9-747C-3EFF-B91F6EA3B57C}"/>
          </ac:spMkLst>
        </pc:spChg>
        <pc:picChg chg="mod">
          <ac:chgData name="سعيد ماهر سعيد عطاالله" userId="f7574e03-804b-468d-9edd-ee487b50934a" providerId="ADAL" clId="{3B1797C6-4F83-4CAA-B90C-98092BFC6954}" dt="2026-10-12T22:47:23.589" v="10" actId="1076"/>
          <ac:picMkLst>
            <pc:docMk/>
            <pc:sldMk cId="1779918676" sldId="295"/>
            <ac:picMk id="7" creationId="{06F3C61E-932A-547B-2C9F-1F2DB06520ED}"/>
          </ac:picMkLst>
        </pc:picChg>
      </pc:sldChg>
      <pc:sldChg chg="addAnim delAnim modAnim">
        <pc:chgData name="سعيد ماهر سعيد عطاالله" userId="f7574e03-804b-468d-9edd-ee487b50934a" providerId="ADAL" clId="{3B1797C6-4F83-4CAA-B90C-98092BFC6954}" dt="2026-10-12T23:30:58.894" v="2196"/>
        <pc:sldMkLst>
          <pc:docMk/>
          <pc:sldMk cId="2538165653" sldId="296"/>
        </pc:sldMkLst>
      </pc:sldChg>
      <pc:sldChg chg="addAnim delAnim modAnim">
        <pc:chgData name="سعيد ماهر سعيد عطاالله" userId="f7574e03-804b-468d-9edd-ee487b50934a" providerId="ADAL" clId="{3B1797C6-4F83-4CAA-B90C-98092BFC6954}" dt="2026-10-12T23:31:07.319" v="2198"/>
        <pc:sldMkLst>
          <pc:docMk/>
          <pc:sldMk cId="1174085252" sldId="297"/>
        </pc:sldMkLst>
      </pc:sldChg>
      <pc:sldChg chg="addAnim delAnim modAnim">
        <pc:chgData name="سعيد ماهر سعيد عطاالله" userId="f7574e03-804b-468d-9edd-ee487b50934a" providerId="ADAL" clId="{3B1797C6-4F83-4CAA-B90C-98092BFC6954}" dt="2026-10-12T23:31:16.969" v="2202"/>
        <pc:sldMkLst>
          <pc:docMk/>
          <pc:sldMk cId="3381874834" sldId="298"/>
        </pc:sldMkLst>
      </pc:sldChg>
      <pc:sldChg chg="addSp modSp mod modTransition addAnim delAnim modAnim">
        <pc:chgData name="سعيد ماهر سعيد عطاالله" userId="f7574e03-804b-468d-9edd-ee487b50934a" providerId="ADAL" clId="{3B1797C6-4F83-4CAA-B90C-98092BFC6954}" dt="2026-10-12T22:51:41.802" v="734"/>
        <pc:sldMkLst>
          <pc:docMk/>
          <pc:sldMk cId="1895172245" sldId="299"/>
        </pc:sldMkLst>
        <pc:spChg chg="add mod">
          <ac:chgData name="سعيد ماهر سعيد عطاالله" userId="f7574e03-804b-468d-9edd-ee487b50934a" providerId="ADAL" clId="{3B1797C6-4F83-4CAA-B90C-98092BFC6954}" dt="2026-10-12T22:51:31.031" v="732" actId="1037"/>
          <ac:spMkLst>
            <pc:docMk/>
            <pc:sldMk cId="1895172245" sldId="299"/>
            <ac:spMk id="3" creationId="{A5BFC3CA-D1D4-0E46-733B-733CD9CC1A79}"/>
          </ac:spMkLst>
        </pc:spChg>
        <pc:picChg chg="add mod">
          <ac:chgData name="سعيد ماهر سعيد عطاالله" userId="f7574e03-804b-468d-9edd-ee487b50934a" providerId="ADAL" clId="{3B1797C6-4F83-4CAA-B90C-98092BFC6954}" dt="2026-10-12T22:49:36.716" v="668" actId="1037"/>
          <ac:picMkLst>
            <pc:docMk/>
            <pc:sldMk cId="1895172245" sldId="299"/>
            <ac:picMk id="4" creationId="{FAAB30A6-C3E5-3849-575B-6FAEB3E06449}"/>
          </ac:picMkLst>
        </pc:picChg>
      </pc:sldChg>
      <pc:sldChg chg="addSp delSp modSp mod addAnim delAnim modAnim">
        <pc:chgData name="سعيد ماهر سعيد عطاالله" userId="f7574e03-804b-468d-9edd-ee487b50934a" providerId="ADAL" clId="{3B1797C6-4F83-4CAA-B90C-98092BFC6954}" dt="2026-10-12T22:50:42.840" v="681"/>
        <pc:sldMkLst>
          <pc:docMk/>
          <pc:sldMk cId="1890257614" sldId="300"/>
        </pc:sldMkLst>
        <pc:spChg chg="add mod">
          <ac:chgData name="سعيد ماهر سعيد عطاالله" userId="f7574e03-804b-468d-9edd-ee487b50934a" providerId="ADAL" clId="{3B1797C6-4F83-4CAA-B90C-98092BFC6954}" dt="2026-10-12T22:49:06.503" v="262" actId="1038"/>
          <ac:spMkLst>
            <pc:docMk/>
            <pc:sldMk cId="1890257614" sldId="300"/>
            <ac:spMk id="3" creationId="{F508A625-C29C-8C41-6435-F16EC24F3338}"/>
          </ac:spMkLst>
        </pc:spChg>
        <pc:spChg chg="add del">
          <ac:chgData name="سعيد ماهر سعيد عطاالله" userId="f7574e03-804b-468d-9edd-ee487b50934a" providerId="ADAL" clId="{3B1797C6-4F83-4CAA-B90C-98092BFC6954}" dt="2026-10-12T22:50:38.222" v="679" actId="478"/>
          <ac:spMkLst>
            <pc:docMk/>
            <pc:sldMk cId="1890257614" sldId="300"/>
            <ac:spMk id="7" creationId="{187D83A8-22FD-5D89-EC47-E49A7CCD4ED1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2:50:35.928" v="677" actId="478"/>
          <ac:spMkLst>
            <pc:docMk/>
            <pc:sldMk cId="1890257614" sldId="300"/>
            <ac:spMk id="8" creationId="{0E66B150-3371-5452-CDB8-3A0B9B2FC44F}"/>
          </ac:spMkLst>
        </pc:spChg>
        <pc:spChg chg="add del mod">
          <ac:chgData name="سعيد ماهر سعيد عطاالله" userId="f7574e03-804b-468d-9edd-ee487b50934a" providerId="ADAL" clId="{3B1797C6-4F83-4CAA-B90C-98092BFC6954}" dt="2026-10-12T22:50:38.222" v="679" actId="478"/>
          <ac:spMkLst>
            <pc:docMk/>
            <pc:sldMk cId="1890257614" sldId="300"/>
            <ac:spMk id="10" creationId="{B530219E-DCDF-5AFD-245A-027F9FE21357}"/>
          </ac:spMkLst>
        </pc:spChg>
        <pc:picChg chg="add mod">
          <ac:chgData name="سعيد ماهر سعيد عطاالله" userId="f7574e03-804b-468d-9edd-ee487b50934a" providerId="ADAL" clId="{3B1797C6-4F83-4CAA-B90C-98092BFC6954}" dt="2026-10-12T22:49:25.292" v="472" actId="1038"/>
          <ac:picMkLst>
            <pc:docMk/>
            <pc:sldMk cId="1890257614" sldId="300"/>
            <ac:picMk id="4" creationId="{D77648F3-046B-9AB4-A791-6A63A6036703}"/>
          </ac:picMkLst>
        </pc:picChg>
        <pc:picChg chg="add del">
          <ac:chgData name="سعيد ماهر سعيد عطاالله" userId="f7574e03-804b-468d-9edd-ee487b50934a" providerId="ADAL" clId="{3B1797C6-4F83-4CAA-B90C-98092BFC6954}" dt="2026-10-12T22:50:38.222" v="679" actId="478"/>
          <ac:picMkLst>
            <pc:docMk/>
            <pc:sldMk cId="1890257614" sldId="300"/>
            <ac:picMk id="6" creationId="{0BDF5538-87CC-A625-D8B6-C13278C713AF}"/>
          </ac:picMkLst>
        </pc:picChg>
      </pc:sldChg>
      <pc:sldChg chg="modSp mod modAnim">
        <pc:chgData name="سعيد ماهر سعيد عطاالله" userId="f7574e03-804b-468d-9edd-ee487b50934a" providerId="ADAL" clId="{3B1797C6-4F83-4CAA-B90C-98092BFC6954}" dt="2026-10-12T22:57:55.788" v="841" actId="14100"/>
        <pc:sldMkLst>
          <pc:docMk/>
          <pc:sldMk cId="1621680480" sldId="303"/>
        </pc:sldMkLst>
        <pc:spChg chg="mod">
          <ac:chgData name="سعيد ماهر سعيد عطاالله" userId="f7574e03-804b-468d-9edd-ee487b50934a" providerId="ADAL" clId="{3B1797C6-4F83-4CAA-B90C-98092BFC6954}" dt="2026-10-12T22:57:53.238" v="840" actId="14100"/>
          <ac:spMkLst>
            <pc:docMk/>
            <pc:sldMk cId="1621680480" sldId="303"/>
            <ac:spMk id="10" creationId="{3D9B032A-5D87-5209-26A4-0DC7BDBC23C8}"/>
          </ac:spMkLst>
        </pc:spChg>
        <pc:spChg chg="mod">
          <ac:chgData name="سعيد ماهر سعيد عطاالله" userId="f7574e03-804b-468d-9edd-ee487b50934a" providerId="ADAL" clId="{3B1797C6-4F83-4CAA-B90C-98092BFC6954}" dt="2026-10-12T22:57:55.788" v="841" actId="14100"/>
          <ac:spMkLst>
            <pc:docMk/>
            <pc:sldMk cId="1621680480" sldId="303"/>
            <ac:spMk id="16" creationId="{57EE705C-3DE6-7EB5-2F71-84EBB16EBB7E}"/>
          </ac:spMkLst>
        </pc:spChg>
      </pc:sldChg>
      <pc:sldChg chg="modAnim">
        <pc:chgData name="سعيد ماهر سعيد عطاالله" userId="f7574e03-804b-468d-9edd-ee487b50934a" providerId="ADAL" clId="{3B1797C6-4F83-4CAA-B90C-98092BFC6954}" dt="2026-10-12T22:53:01.215" v="739"/>
        <pc:sldMkLst>
          <pc:docMk/>
          <pc:sldMk cId="1915990780" sldId="305"/>
        </pc:sldMkLst>
      </pc:sldChg>
      <pc:sldChg chg="modTransition">
        <pc:chgData name="سعيد ماهر سعيد عطاالله" userId="f7574e03-804b-468d-9edd-ee487b50934a" providerId="ADAL" clId="{3B1797C6-4F83-4CAA-B90C-98092BFC6954}" dt="2026-10-12T23:17:10.994" v="2115"/>
        <pc:sldMkLst>
          <pc:docMk/>
          <pc:sldMk cId="1800235977" sldId="306"/>
        </pc:sldMkLst>
      </pc:sldChg>
      <pc:sldChg chg="addAnim delAnim modAnim">
        <pc:chgData name="سعيد ماهر سعيد عطاالله" userId="f7574e03-804b-468d-9edd-ee487b50934a" providerId="ADAL" clId="{3B1797C6-4F83-4CAA-B90C-98092BFC6954}" dt="2026-10-12T23:17:00.559" v="2113"/>
        <pc:sldMkLst>
          <pc:docMk/>
          <pc:sldMk cId="2430710768" sldId="309"/>
        </pc:sldMkLst>
      </pc:sldChg>
      <pc:sldChg chg="modTransition">
        <pc:chgData name="سعيد ماهر سعيد عطاالله" userId="f7574e03-804b-468d-9edd-ee487b50934a" providerId="ADAL" clId="{3B1797C6-4F83-4CAA-B90C-98092BFC6954}" dt="2026-10-12T23:17:33.661" v="2116"/>
        <pc:sldMkLst>
          <pc:docMk/>
          <pc:sldMk cId="1442513447" sldId="312"/>
        </pc:sldMkLst>
      </pc:sldChg>
      <pc:sldChg chg="modTransition">
        <pc:chgData name="سعيد ماهر سعيد عطاالله" userId="f7574e03-804b-468d-9edd-ee487b50934a" providerId="ADAL" clId="{3B1797C6-4F83-4CAA-B90C-98092BFC6954}" dt="2026-10-12T23:17:36.540" v="2117"/>
        <pc:sldMkLst>
          <pc:docMk/>
          <pc:sldMk cId="3045078593" sldId="313"/>
        </pc:sldMkLst>
      </pc:sldChg>
      <pc:sldChg chg="modTransition">
        <pc:chgData name="سعيد ماهر سعيد عطاالله" userId="f7574e03-804b-468d-9edd-ee487b50934a" providerId="ADAL" clId="{3B1797C6-4F83-4CAA-B90C-98092BFC6954}" dt="2026-10-12T22:53:53.313" v="746"/>
        <pc:sldMkLst>
          <pc:docMk/>
          <pc:sldMk cId="1649173778" sldId="314"/>
        </pc:sldMkLst>
      </pc:sldChg>
      <pc:sldChg chg="modTransition addAnim delAnim modAnim">
        <pc:chgData name="سعيد ماهر سعيد عطاالله" userId="f7574e03-804b-468d-9edd-ee487b50934a" providerId="ADAL" clId="{3B1797C6-4F83-4CAA-B90C-98092BFC6954}" dt="2026-10-12T22:55:52.306" v="822"/>
        <pc:sldMkLst>
          <pc:docMk/>
          <pc:sldMk cId="3254763269" sldId="315"/>
        </pc:sldMkLst>
      </pc:sldChg>
      <pc:sldChg chg="modAnim">
        <pc:chgData name="سعيد ماهر سعيد عطاالله" userId="f7574e03-804b-468d-9edd-ee487b50934a" providerId="ADAL" clId="{3B1797C6-4F83-4CAA-B90C-98092BFC6954}" dt="2026-10-12T22:56:09.447" v="825"/>
        <pc:sldMkLst>
          <pc:docMk/>
          <pc:sldMk cId="919069255" sldId="316"/>
        </pc:sldMkLst>
      </pc:sldChg>
      <pc:sldChg chg="modAnim">
        <pc:chgData name="سعيد ماهر سعيد عطاالله" userId="f7574e03-804b-468d-9edd-ee487b50934a" providerId="ADAL" clId="{3B1797C6-4F83-4CAA-B90C-98092BFC6954}" dt="2026-10-12T22:56:27.200" v="827"/>
        <pc:sldMkLst>
          <pc:docMk/>
          <pc:sldMk cId="1052404895" sldId="317"/>
        </pc:sldMkLst>
      </pc:sldChg>
      <pc:sldChg chg="modSp mod addAnim delAnim modAnim">
        <pc:chgData name="سعيد ماهر سعيد عطاالله" userId="f7574e03-804b-468d-9edd-ee487b50934a" providerId="ADAL" clId="{3B1797C6-4F83-4CAA-B90C-98092BFC6954}" dt="2026-10-12T22:57:45.627" v="839" actId="14100"/>
        <pc:sldMkLst>
          <pc:docMk/>
          <pc:sldMk cId="1812822370" sldId="318"/>
        </pc:sldMkLst>
        <pc:spChg chg="mod">
          <ac:chgData name="سعيد ماهر سعيد عطاالله" userId="f7574e03-804b-468d-9edd-ee487b50934a" providerId="ADAL" clId="{3B1797C6-4F83-4CAA-B90C-98092BFC6954}" dt="2026-10-12T22:57:45.627" v="839" actId="14100"/>
          <ac:spMkLst>
            <pc:docMk/>
            <pc:sldMk cId="1812822370" sldId="318"/>
            <ac:spMk id="16" creationId="{3475DFF9-ED02-2A59-8B13-95B2A2B9B20A}"/>
          </ac:spMkLst>
        </pc:spChg>
        <pc:spChg chg="mod">
          <ac:chgData name="سعيد ماهر سعيد عطاالله" userId="f7574e03-804b-468d-9edd-ee487b50934a" providerId="ADAL" clId="{3B1797C6-4F83-4CAA-B90C-98092BFC6954}" dt="2026-10-12T22:57:41.635" v="838" actId="14100"/>
          <ac:spMkLst>
            <pc:docMk/>
            <pc:sldMk cId="1812822370" sldId="318"/>
            <ac:spMk id="18" creationId="{A6FF1F4D-63DE-3FFE-1584-19E3616E55D2}"/>
          </ac:spMkLst>
        </pc:spChg>
      </pc:sldChg>
      <pc:sldChg chg="addAnim delAnim modAnim">
        <pc:chgData name="سعيد ماهر سعيد عطاالله" userId="f7574e03-804b-468d-9edd-ee487b50934a" providerId="ADAL" clId="{3B1797C6-4F83-4CAA-B90C-98092BFC6954}" dt="2026-10-12T23:00:10.919" v="868"/>
        <pc:sldMkLst>
          <pc:docMk/>
          <pc:sldMk cId="917691681" sldId="319"/>
        </pc:sldMkLst>
      </pc:sldChg>
      <pc:sldChg chg="modAnim">
        <pc:chgData name="سعيد ماهر سعيد عطاالله" userId="f7574e03-804b-468d-9edd-ee487b50934a" providerId="ADAL" clId="{3B1797C6-4F83-4CAA-B90C-98092BFC6954}" dt="2026-10-12T23:01:01.498" v="869"/>
        <pc:sldMkLst>
          <pc:docMk/>
          <pc:sldMk cId="158028426" sldId="321"/>
        </pc:sldMkLst>
      </pc:sldChg>
      <pc:sldChg chg="modAnim">
        <pc:chgData name="سعيد ماهر سعيد عطاالله" userId="f7574e03-804b-468d-9edd-ee487b50934a" providerId="ADAL" clId="{3B1797C6-4F83-4CAA-B90C-98092BFC6954}" dt="2026-10-12T23:01:33.997" v="875"/>
        <pc:sldMkLst>
          <pc:docMk/>
          <pc:sldMk cId="3305485750" sldId="322"/>
        </pc:sldMkLst>
      </pc:sldChg>
      <pc:sldChg chg="addSp modSp mod modAnim">
        <pc:chgData name="سعيد ماهر سعيد عطاالله" userId="f7574e03-804b-468d-9edd-ee487b50934a" providerId="ADAL" clId="{3B1797C6-4F83-4CAA-B90C-98092BFC6954}" dt="2026-10-12T23:02:05.184" v="876"/>
        <pc:sldMkLst>
          <pc:docMk/>
          <pc:sldMk cId="280997564" sldId="323"/>
        </pc:sldMkLst>
        <pc:spChg chg="add mod">
          <ac:chgData name="سعيد ماهر سعيد عطاالله" userId="f7574e03-804b-468d-9edd-ee487b50934a" providerId="ADAL" clId="{3B1797C6-4F83-4CAA-B90C-98092BFC6954}" dt="2026-10-12T22:54:45.878" v="813" actId="1036"/>
          <ac:spMkLst>
            <pc:docMk/>
            <pc:sldMk cId="280997564" sldId="323"/>
            <ac:spMk id="4" creationId="{C58DDDA6-FB76-C966-B0BE-70D0E992D52C}"/>
          </ac:spMkLst>
        </pc:spChg>
        <pc:spChg chg="add mod">
          <ac:chgData name="سعيد ماهر سعيد عطاالله" userId="f7574e03-804b-468d-9edd-ee487b50934a" providerId="ADAL" clId="{3B1797C6-4F83-4CAA-B90C-98092BFC6954}" dt="2026-10-12T22:54:45.878" v="813" actId="1036"/>
          <ac:spMkLst>
            <pc:docMk/>
            <pc:sldMk cId="280997564" sldId="323"/>
            <ac:spMk id="6" creationId="{E56D13B9-41CF-3934-5506-656CD5F1758F}"/>
          </ac:spMkLst>
        </pc:spChg>
        <pc:spChg chg="add mod">
          <ac:chgData name="سعيد ماهر سعيد عطاالله" userId="f7574e03-804b-468d-9edd-ee487b50934a" providerId="ADAL" clId="{3B1797C6-4F83-4CAA-B90C-98092BFC6954}" dt="2026-10-12T22:54:45.878" v="813" actId="1036"/>
          <ac:spMkLst>
            <pc:docMk/>
            <pc:sldMk cId="280997564" sldId="323"/>
            <ac:spMk id="8" creationId="{C89BEC9C-F68B-46DF-17AB-A5FB143F22B9}"/>
          </ac:spMkLst>
        </pc:spChg>
        <pc:spChg chg="add mod">
          <ac:chgData name="سعيد ماهر سعيد عطاالله" userId="f7574e03-804b-468d-9edd-ee487b50934a" providerId="ADAL" clId="{3B1797C6-4F83-4CAA-B90C-98092BFC6954}" dt="2026-10-12T22:54:45.878" v="813" actId="1036"/>
          <ac:spMkLst>
            <pc:docMk/>
            <pc:sldMk cId="280997564" sldId="323"/>
            <ac:spMk id="12" creationId="{100F182E-4B1D-6D90-AFBB-879D8D4A9867}"/>
          </ac:spMkLst>
        </pc:spChg>
        <pc:spChg chg="add mod">
          <ac:chgData name="سعيد ماهر سعيد عطاالله" userId="f7574e03-804b-468d-9edd-ee487b50934a" providerId="ADAL" clId="{3B1797C6-4F83-4CAA-B90C-98092BFC6954}" dt="2026-10-12T22:54:45.878" v="813" actId="1036"/>
          <ac:spMkLst>
            <pc:docMk/>
            <pc:sldMk cId="280997564" sldId="323"/>
            <ac:spMk id="15" creationId="{7B6360B8-DD16-B318-C77D-F973976955E1}"/>
          </ac:spMkLst>
        </pc:spChg>
      </pc:sldChg>
      <pc:sldChg chg="addAnim delAnim modAnim">
        <pc:chgData name="سعيد ماهر سعيد عطاالله" userId="f7574e03-804b-468d-9edd-ee487b50934a" providerId="ADAL" clId="{3B1797C6-4F83-4CAA-B90C-98092BFC6954}" dt="2026-10-12T22:53:32.300" v="744"/>
        <pc:sldMkLst>
          <pc:docMk/>
          <pc:sldMk cId="3905444566" sldId="324"/>
        </pc:sldMkLst>
      </pc:sldChg>
      <pc:sldChg chg="modAnim">
        <pc:chgData name="سعيد ماهر سعيد عطاالله" userId="f7574e03-804b-468d-9edd-ee487b50934a" providerId="ADAL" clId="{3B1797C6-4F83-4CAA-B90C-98092BFC6954}" dt="2026-10-12T23:02:16.832" v="878"/>
        <pc:sldMkLst>
          <pc:docMk/>
          <pc:sldMk cId="9448575" sldId="32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665AC9-F366-4A80-A62D-DEBD7D2FF5F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B7457D-7628-4BB4-BE7A-B81FA6DBA275}">
      <dgm:prSet/>
      <dgm:spPr/>
      <dgm:t>
        <a:bodyPr/>
        <a:lstStyle/>
        <a:p>
          <a:r>
            <a:rPr lang="en-US" b="0" i="0"/>
            <a:t>Reset testing</a:t>
          </a:r>
          <a:endParaRPr lang="en-US"/>
        </a:p>
      </dgm:t>
    </dgm:pt>
    <dgm:pt modelId="{E312BEA6-18C6-44F7-901E-BD62CFD49C51}" type="parTrans" cxnId="{4DDCA16F-3337-44F0-BDFD-D32A0057F84F}">
      <dgm:prSet/>
      <dgm:spPr/>
      <dgm:t>
        <a:bodyPr/>
        <a:lstStyle/>
        <a:p>
          <a:endParaRPr lang="en-US"/>
        </a:p>
      </dgm:t>
    </dgm:pt>
    <dgm:pt modelId="{64DFA25E-92AC-42D8-9E6B-8F842052DF1D}" type="sibTrans" cxnId="{4DDCA16F-3337-44F0-BDFD-D32A0057F84F}">
      <dgm:prSet/>
      <dgm:spPr/>
      <dgm:t>
        <a:bodyPr/>
        <a:lstStyle/>
        <a:p>
          <a:endParaRPr lang="en-US"/>
        </a:p>
      </dgm:t>
    </dgm:pt>
    <dgm:pt modelId="{1DDDA4C6-7194-49A8-9260-4DB08C8CAB72}">
      <dgm:prSet/>
      <dgm:spPr/>
      <dgm:t>
        <a:bodyPr/>
        <a:lstStyle/>
        <a:p>
          <a:r>
            <a:rPr lang="en-US" b="0" i="0"/>
            <a:t>Write testing</a:t>
          </a:r>
          <a:endParaRPr lang="en-US"/>
        </a:p>
      </dgm:t>
    </dgm:pt>
    <dgm:pt modelId="{8FD44C3D-9199-49C8-BF2B-58D8C4927BBD}" type="parTrans" cxnId="{8C321CC9-5065-4372-BAD1-7F2CEAAECB72}">
      <dgm:prSet/>
      <dgm:spPr/>
      <dgm:t>
        <a:bodyPr/>
        <a:lstStyle/>
        <a:p>
          <a:endParaRPr lang="en-US"/>
        </a:p>
      </dgm:t>
    </dgm:pt>
    <dgm:pt modelId="{F2355CA8-81C1-4778-AE9E-A1D76003AF01}" type="sibTrans" cxnId="{8C321CC9-5065-4372-BAD1-7F2CEAAECB72}">
      <dgm:prSet/>
      <dgm:spPr/>
      <dgm:t>
        <a:bodyPr/>
        <a:lstStyle/>
        <a:p>
          <a:endParaRPr lang="en-US"/>
        </a:p>
      </dgm:t>
    </dgm:pt>
    <dgm:pt modelId="{7DA4F08C-37A1-44A8-BC9A-979DBAAF1A6A}">
      <dgm:prSet/>
      <dgm:spPr/>
      <dgm:t>
        <a:bodyPr/>
        <a:lstStyle/>
        <a:p>
          <a:r>
            <a:rPr lang="en-US" b="0" i="0"/>
            <a:t>Read testing</a:t>
          </a:r>
          <a:endParaRPr lang="en-US"/>
        </a:p>
      </dgm:t>
    </dgm:pt>
    <dgm:pt modelId="{A808B158-53DA-43BD-9BAF-ADA0932DFB82}" type="parTrans" cxnId="{0E82FFFA-3FAA-4D62-9329-E0460866B38B}">
      <dgm:prSet/>
      <dgm:spPr/>
      <dgm:t>
        <a:bodyPr/>
        <a:lstStyle/>
        <a:p>
          <a:endParaRPr lang="en-US"/>
        </a:p>
      </dgm:t>
    </dgm:pt>
    <dgm:pt modelId="{FD16C327-CFA6-4634-A9D2-4A4BAF6FEB12}" type="sibTrans" cxnId="{0E82FFFA-3FAA-4D62-9329-E0460866B38B}">
      <dgm:prSet/>
      <dgm:spPr/>
      <dgm:t>
        <a:bodyPr/>
        <a:lstStyle/>
        <a:p>
          <a:endParaRPr lang="en-US"/>
        </a:p>
      </dgm:t>
    </dgm:pt>
    <dgm:pt modelId="{09546EA2-AC46-48CC-B081-B267F9E05A60}">
      <dgm:prSet/>
      <dgm:spPr/>
      <dgm:t>
        <a:bodyPr/>
        <a:lstStyle/>
        <a:p>
          <a:r>
            <a:rPr lang="en-US" b="0" i="0"/>
            <a:t>Non-overlapped and overlapped</a:t>
          </a:r>
          <a:endParaRPr lang="en-US"/>
        </a:p>
      </dgm:t>
    </dgm:pt>
    <dgm:pt modelId="{434394F4-5FB4-42BB-AE42-21107CB0FDEA}" type="parTrans" cxnId="{6AB5828F-35FE-44B9-BB66-C00F1BC8365C}">
      <dgm:prSet/>
      <dgm:spPr/>
      <dgm:t>
        <a:bodyPr/>
        <a:lstStyle/>
        <a:p>
          <a:endParaRPr lang="en-US"/>
        </a:p>
      </dgm:t>
    </dgm:pt>
    <dgm:pt modelId="{C1E59AF4-6D0A-4427-B147-A310D96D64A2}" type="sibTrans" cxnId="{6AB5828F-35FE-44B9-BB66-C00F1BC8365C}">
      <dgm:prSet/>
      <dgm:spPr/>
      <dgm:t>
        <a:bodyPr/>
        <a:lstStyle/>
        <a:p>
          <a:endParaRPr lang="en-US"/>
        </a:p>
      </dgm:t>
    </dgm:pt>
    <dgm:pt modelId="{B54EB317-8124-4E88-B4A6-A5AFEC361203}">
      <dgm:prSet/>
      <dgm:spPr/>
      <dgm:t>
        <a:bodyPr/>
        <a:lstStyle/>
        <a:p>
          <a:r>
            <a:rPr lang="en-US" b="0" i="0"/>
            <a:t>Wait, no wait and error response.</a:t>
          </a:r>
          <a:endParaRPr lang="en-US"/>
        </a:p>
      </dgm:t>
    </dgm:pt>
    <dgm:pt modelId="{8667F1EA-BDFA-437A-B486-5C1A7FBAFF55}" type="parTrans" cxnId="{B36705F6-3AEB-4B53-9A38-891A0868C573}">
      <dgm:prSet/>
      <dgm:spPr/>
      <dgm:t>
        <a:bodyPr/>
        <a:lstStyle/>
        <a:p>
          <a:endParaRPr lang="en-US"/>
        </a:p>
      </dgm:t>
    </dgm:pt>
    <dgm:pt modelId="{DAE0C2A5-2F6D-42AE-9429-50A690FA0906}" type="sibTrans" cxnId="{B36705F6-3AEB-4B53-9A38-891A0868C573}">
      <dgm:prSet/>
      <dgm:spPr/>
      <dgm:t>
        <a:bodyPr/>
        <a:lstStyle/>
        <a:p>
          <a:endParaRPr lang="en-US"/>
        </a:p>
      </dgm:t>
    </dgm:pt>
    <dgm:pt modelId="{1B18A385-9FE5-4CA5-9AEA-56BE7BFE6369}">
      <dgm:prSet/>
      <dgm:spPr/>
      <dgm:t>
        <a:bodyPr/>
        <a:lstStyle/>
        <a:p>
          <a:r>
            <a:rPr lang="en-US" b="0" i="0"/>
            <a:t>Different clocks testing</a:t>
          </a:r>
          <a:endParaRPr lang="en-US"/>
        </a:p>
      </dgm:t>
    </dgm:pt>
    <dgm:pt modelId="{621EEA36-46C5-4711-8E5A-BC5B4972BDB7}" type="parTrans" cxnId="{EB0A34AA-1E7D-4FF5-8B9B-5D1E87BA5B66}">
      <dgm:prSet/>
      <dgm:spPr/>
      <dgm:t>
        <a:bodyPr/>
        <a:lstStyle/>
        <a:p>
          <a:endParaRPr lang="en-US"/>
        </a:p>
      </dgm:t>
    </dgm:pt>
    <dgm:pt modelId="{12EA7789-2EB5-4587-B4E6-0B7510882980}" type="sibTrans" cxnId="{EB0A34AA-1E7D-4FF5-8B9B-5D1E87BA5B66}">
      <dgm:prSet/>
      <dgm:spPr/>
      <dgm:t>
        <a:bodyPr/>
        <a:lstStyle/>
        <a:p>
          <a:endParaRPr lang="en-US"/>
        </a:p>
      </dgm:t>
    </dgm:pt>
    <dgm:pt modelId="{CF58BF1E-39D1-4E15-95D6-B0840DD22741}" type="pres">
      <dgm:prSet presAssocID="{F5665AC9-F366-4A80-A62D-DEBD7D2FF5FD}" presName="linear" presStyleCnt="0">
        <dgm:presLayoutVars>
          <dgm:animLvl val="lvl"/>
          <dgm:resizeHandles val="exact"/>
        </dgm:presLayoutVars>
      </dgm:prSet>
      <dgm:spPr/>
    </dgm:pt>
    <dgm:pt modelId="{FFF1E0F4-E817-4DE6-B370-9112D4EB2212}" type="pres">
      <dgm:prSet presAssocID="{8AB7457D-7628-4BB4-BE7A-B81FA6DBA27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8CE918C-DE04-4EC4-816B-99FF5D908295}" type="pres">
      <dgm:prSet presAssocID="{64DFA25E-92AC-42D8-9E6B-8F842052DF1D}" presName="spacer" presStyleCnt="0"/>
      <dgm:spPr/>
    </dgm:pt>
    <dgm:pt modelId="{2BAB17B3-F716-4BD6-AEFE-9E258A305495}" type="pres">
      <dgm:prSet presAssocID="{1DDDA4C6-7194-49A8-9260-4DB08C8CAB7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CF26883-30CF-4057-8630-5A0670DBF38E}" type="pres">
      <dgm:prSet presAssocID="{F2355CA8-81C1-4778-AE9E-A1D76003AF01}" presName="spacer" presStyleCnt="0"/>
      <dgm:spPr/>
    </dgm:pt>
    <dgm:pt modelId="{29B196AB-65F6-49FC-97A4-4AA39D9DC22E}" type="pres">
      <dgm:prSet presAssocID="{7DA4F08C-37A1-44A8-BC9A-979DBAAF1A6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B88F682-53C9-475E-A3AE-37676014755B}" type="pres">
      <dgm:prSet presAssocID="{FD16C327-CFA6-4634-A9D2-4A4BAF6FEB12}" presName="spacer" presStyleCnt="0"/>
      <dgm:spPr/>
    </dgm:pt>
    <dgm:pt modelId="{A119842B-DFED-485A-9C5B-9C2D89594EBD}" type="pres">
      <dgm:prSet presAssocID="{09546EA2-AC46-48CC-B081-B267F9E05A6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4C84B12-8D80-4731-959D-863C417D9DF7}" type="pres">
      <dgm:prSet presAssocID="{C1E59AF4-6D0A-4427-B147-A310D96D64A2}" presName="spacer" presStyleCnt="0"/>
      <dgm:spPr/>
    </dgm:pt>
    <dgm:pt modelId="{B95160B6-4B47-422E-A6CB-76373D89F863}" type="pres">
      <dgm:prSet presAssocID="{B54EB317-8124-4E88-B4A6-A5AFEC36120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B1456C0-84DF-4FF1-96FE-A3FCA6E90234}" type="pres">
      <dgm:prSet presAssocID="{DAE0C2A5-2F6D-42AE-9429-50A690FA0906}" presName="spacer" presStyleCnt="0"/>
      <dgm:spPr/>
    </dgm:pt>
    <dgm:pt modelId="{127E9576-7C0C-450D-95E8-77054D17AB66}" type="pres">
      <dgm:prSet presAssocID="{1B18A385-9FE5-4CA5-9AEA-56BE7BFE636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B05A333-2F7E-458E-9126-184144B65333}" type="presOf" srcId="{7DA4F08C-37A1-44A8-BC9A-979DBAAF1A6A}" destId="{29B196AB-65F6-49FC-97A4-4AA39D9DC22E}" srcOrd="0" destOrd="0" presId="urn:microsoft.com/office/officeart/2005/8/layout/vList2"/>
    <dgm:cxn modelId="{9C1BC164-8E21-43F1-A222-C28D65ECFAFE}" type="presOf" srcId="{F5665AC9-F366-4A80-A62D-DEBD7D2FF5FD}" destId="{CF58BF1E-39D1-4E15-95D6-B0840DD22741}" srcOrd="0" destOrd="0" presId="urn:microsoft.com/office/officeart/2005/8/layout/vList2"/>
    <dgm:cxn modelId="{4DDCA16F-3337-44F0-BDFD-D32A0057F84F}" srcId="{F5665AC9-F366-4A80-A62D-DEBD7D2FF5FD}" destId="{8AB7457D-7628-4BB4-BE7A-B81FA6DBA275}" srcOrd="0" destOrd="0" parTransId="{E312BEA6-18C6-44F7-901E-BD62CFD49C51}" sibTransId="{64DFA25E-92AC-42D8-9E6B-8F842052DF1D}"/>
    <dgm:cxn modelId="{43F2D750-EB90-4F48-AC50-BFB3216116A2}" type="presOf" srcId="{09546EA2-AC46-48CC-B081-B267F9E05A60}" destId="{A119842B-DFED-485A-9C5B-9C2D89594EBD}" srcOrd="0" destOrd="0" presId="urn:microsoft.com/office/officeart/2005/8/layout/vList2"/>
    <dgm:cxn modelId="{9175A258-16FF-4EA7-8E23-A6010C586D66}" type="presOf" srcId="{1B18A385-9FE5-4CA5-9AEA-56BE7BFE6369}" destId="{127E9576-7C0C-450D-95E8-77054D17AB66}" srcOrd="0" destOrd="0" presId="urn:microsoft.com/office/officeart/2005/8/layout/vList2"/>
    <dgm:cxn modelId="{6AB5828F-35FE-44B9-BB66-C00F1BC8365C}" srcId="{F5665AC9-F366-4A80-A62D-DEBD7D2FF5FD}" destId="{09546EA2-AC46-48CC-B081-B267F9E05A60}" srcOrd="3" destOrd="0" parTransId="{434394F4-5FB4-42BB-AE42-21107CB0FDEA}" sibTransId="{C1E59AF4-6D0A-4427-B147-A310D96D64A2}"/>
    <dgm:cxn modelId="{EB0A34AA-1E7D-4FF5-8B9B-5D1E87BA5B66}" srcId="{F5665AC9-F366-4A80-A62D-DEBD7D2FF5FD}" destId="{1B18A385-9FE5-4CA5-9AEA-56BE7BFE6369}" srcOrd="5" destOrd="0" parTransId="{621EEA36-46C5-4711-8E5A-BC5B4972BDB7}" sibTransId="{12EA7789-2EB5-4587-B4E6-0B7510882980}"/>
    <dgm:cxn modelId="{D500D6B7-26EE-4D37-B67F-05C63524DBE4}" type="presOf" srcId="{B54EB317-8124-4E88-B4A6-A5AFEC361203}" destId="{B95160B6-4B47-422E-A6CB-76373D89F863}" srcOrd="0" destOrd="0" presId="urn:microsoft.com/office/officeart/2005/8/layout/vList2"/>
    <dgm:cxn modelId="{EA846CC2-8B4E-4F58-A107-B9FB36432541}" type="presOf" srcId="{8AB7457D-7628-4BB4-BE7A-B81FA6DBA275}" destId="{FFF1E0F4-E817-4DE6-B370-9112D4EB2212}" srcOrd="0" destOrd="0" presId="urn:microsoft.com/office/officeart/2005/8/layout/vList2"/>
    <dgm:cxn modelId="{8C321CC9-5065-4372-BAD1-7F2CEAAECB72}" srcId="{F5665AC9-F366-4A80-A62D-DEBD7D2FF5FD}" destId="{1DDDA4C6-7194-49A8-9260-4DB08C8CAB72}" srcOrd="1" destOrd="0" parTransId="{8FD44C3D-9199-49C8-BF2B-58D8C4927BBD}" sibTransId="{F2355CA8-81C1-4778-AE9E-A1D76003AF01}"/>
    <dgm:cxn modelId="{BA694DDC-B864-46AB-A4DE-472D0AD64412}" type="presOf" srcId="{1DDDA4C6-7194-49A8-9260-4DB08C8CAB72}" destId="{2BAB17B3-F716-4BD6-AEFE-9E258A305495}" srcOrd="0" destOrd="0" presId="urn:microsoft.com/office/officeart/2005/8/layout/vList2"/>
    <dgm:cxn modelId="{B36705F6-3AEB-4B53-9A38-891A0868C573}" srcId="{F5665AC9-F366-4A80-A62D-DEBD7D2FF5FD}" destId="{B54EB317-8124-4E88-B4A6-A5AFEC361203}" srcOrd="4" destOrd="0" parTransId="{8667F1EA-BDFA-437A-B486-5C1A7FBAFF55}" sibTransId="{DAE0C2A5-2F6D-42AE-9429-50A690FA0906}"/>
    <dgm:cxn modelId="{0E82FFFA-3FAA-4D62-9329-E0460866B38B}" srcId="{F5665AC9-F366-4A80-A62D-DEBD7D2FF5FD}" destId="{7DA4F08C-37A1-44A8-BC9A-979DBAAF1A6A}" srcOrd="2" destOrd="0" parTransId="{A808B158-53DA-43BD-9BAF-ADA0932DFB82}" sibTransId="{FD16C327-CFA6-4634-A9D2-4A4BAF6FEB12}"/>
    <dgm:cxn modelId="{67F95680-1651-47F7-A0FB-AB0A735E6D35}" type="presParOf" srcId="{CF58BF1E-39D1-4E15-95D6-B0840DD22741}" destId="{FFF1E0F4-E817-4DE6-B370-9112D4EB2212}" srcOrd="0" destOrd="0" presId="urn:microsoft.com/office/officeart/2005/8/layout/vList2"/>
    <dgm:cxn modelId="{BB150413-F875-4226-87AF-F12EFD6EBD1A}" type="presParOf" srcId="{CF58BF1E-39D1-4E15-95D6-B0840DD22741}" destId="{B8CE918C-DE04-4EC4-816B-99FF5D908295}" srcOrd="1" destOrd="0" presId="urn:microsoft.com/office/officeart/2005/8/layout/vList2"/>
    <dgm:cxn modelId="{64EADEE6-357E-49F5-981E-5C3BE56F5C6C}" type="presParOf" srcId="{CF58BF1E-39D1-4E15-95D6-B0840DD22741}" destId="{2BAB17B3-F716-4BD6-AEFE-9E258A305495}" srcOrd="2" destOrd="0" presId="urn:microsoft.com/office/officeart/2005/8/layout/vList2"/>
    <dgm:cxn modelId="{64288C7E-25C7-4D0E-8AF8-62E44DEEA08A}" type="presParOf" srcId="{CF58BF1E-39D1-4E15-95D6-B0840DD22741}" destId="{6CF26883-30CF-4057-8630-5A0670DBF38E}" srcOrd="3" destOrd="0" presId="urn:microsoft.com/office/officeart/2005/8/layout/vList2"/>
    <dgm:cxn modelId="{9DA131D9-3892-446D-B54D-A61E54EB21C4}" type="presParOf" srcId="{CF58BF1E-39D1-4E15-95D6-B0840DD22741}" destId="{29B196AB-65F6-49FC-97A4-4AA39D9DC22E}" srcOrd="4" destOrd="0" presId="urn:microsoft.com/office/officeart/2005/8/layout/vList2"/>
    <dgm:cxn modelId="{163D4839-DCB0-4041-A9F1-C1CA97487E2E}" type="presParOf" srcId="{CF58BF1E-39D1-4E15-95D6-B0840DD22741}" destId="{4B88F682-53C9-475E-A3AE-37676014755B}" srcOrd="5" destOrd="0" presId="urn:microsoft.com/office/officeart/2005/8/layout/vList2"/>
    <dgm:cxn modelId="{A8B1EC82-6869-4D59-BF73-1B8ADAF42C1D}" type="presParOf" srcId="{CF58BF1E-39D1-4E15-95D6-B0840DD22741}" destId="{A119842B-DFED-485A-9C5B-9C2D89594EBD}" srcOrd="6" destOrd="0" presId="urn:microsoft.com/office/officeart/2005/8/layout/vList2"/>
    <dgm:cxn modelId="{F24AE235-9371-4FFA-BCBC-26DFA8C12B01}" type="presParOf" srcId="{CF58BF1E-39D1-4E15-95D6-B0840DD22741}" destId="{04C84B12-8D80-4731-959D-863C417D9DF7}" srcOrd="7" destOrd="0" presId="urn:microsoft.com/office/officeart/2005/8/layout/vList2"/>
    <dgm:cxn modelId="{0241EE71-9981-46D5-88F6-79C3A96DEED3}" type="presParOf" srcId="{CF58BF1E-39D1-4E15-95D6-B0840DD22741}" destId="{B95160B6-4B47-422E-A6CB-76373D89F863}" srcOrd="8" destOrd="0" presId="urn:microsoft.com/office/officeart/2005/8/layout/vList2"/>
    <dgm:cxn modelId="{B2F54919-9446-4564-98B7-AF3C81B0592F}" type="presParOf" srcId="{CF58BF1E-39D1-4E15-95D6-B0840DD22741}" destId="{FB1456C0-84DF-4FF1-96FE-A3FCA6E90234}" srcOrd="9" destOrd="0" presId="urn:microsoft.com/office/officeart/2005/8/layout/vList2"/>
    <dgm:cxn modelId="{F062406F-D946-4747-B899-793C451CC6C7}" type="presParOf" srcId="{CF58BF1E-39D1-4E15-95D6-B0840DD22741}" destId="{127E9576-7C0C-450D-95E8-77054D17AB6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664B52-5882-4853-AC0B-17D82B138D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913FFD-5C44-4C80-B48C-239A5F550E9C}">
      <dgm:prSet/>
      <dgm:spPr/>
      <dgm:t>
        <a:bodyPr/>
        <a:lstStyle/>
        <a:p>
          <a:r>
            <a:rPr lang="en-US"/>
            <a:t>Agent architecture</a:t>
          </a:r>
        </a:p>
      </dgm:t>
    </dgm:pt>
    <dgm:pt modelId="{FF9AFA91-9863-4E5D-A314-1F792E057444}" type="parTrans" cxnId="{7D957F73-2CA7-4920-98B4-A44BD48545BF}">
      <dgm:prSet/>
      <dgm:spPr/>
      <dgm:t>
        <a:bodyPr/>
        <a:lstStyle/>
        <a:p>
          <a:endParaRPr lang="en-US"/>
        </a:p>
      </dgm:t>
    </dgm:pt>
    <dgm:pt modelId="{CAFD49B3-472E-492E-B48B-290A5840B2FB}" type="sibTrans" cxnId="{7D957F73-2CA7-4920-98B4-A44BD48545BF}">
      <dgm:prSet/>
      <dgm:spPr/>
      <dgm:t>
        <a:bodyPr/>
        <a:lstStyle/>
        <a:p>
          <a:endParaRPr lang="en-US"/>
        </a:p>
      </dgm:t>
    </dgm:pt>
    <dgm:pt modelId="{B0596FC4-D83E-43AD-A9EB-2CE7ACCCADDB}">
      <dgm:prSet/>
      <dgm:spPr/>
      <dgm:t>
        <a:bodyPr/>
        <a:lstStyle/>
        <a:p>
          <a:r>
            <a:rPr lang="en-US"/>
            <a:t>Agent configuration object</a:t>
          </a:r>
        </a:p>
      </dgm:t>
    </dgm:pt>
    <dgm:pt modelId="{6DAFA600-D4A0-47E4-A699-AE442A5FD4B8}" type="parTrans" cxnId="{C0928CD3-FD40-49E2-AAF5-954FE7844A25}">
      <dgm:prSet/>
      <dgm:spPr/>
      <dgm:t>
        <a:bodyPr/>
        <a:lstStyle/>
        <a:p>
          <a:endParaRPr lang="en-US"/>
        </a:p>
      </dgm:t>
    </dgm:pt>
    <dgm:pt modelId="{4C8247FD-DB1B-4CD7-BCA7-F370AF220B38}" type="sibTrans" cxnId="{C0928CD3-FD40-49E2-AAF5-954FE7844A25}">
      <dgm:prSet/>
      <dgm:spPr/>
      <dgm:t>
        <a:bodyPr/>
        <a:lstStyle/>
        <a:p>
          <a:endParaRPr lang="en-US"/>
        </a:p>
      </dgm:t>
    </dgm:pt>
    <dgm:pt modelId="{0FEDAA7C-8684-43A6-92AB-08C916E9A7C5}">
      <dgm:prSet/>
      <dgm:spPr/>
      <dgm:t>
        <a:bodyPr/>
        <a:lstStyle/>
        <a:p>
          <a:r>
            <a:rPr lang="en-US"/>
            <a:t>Item drive</a:t>
          </a:r>
        </a:p>
      </dgm:t>
    </dgm:pt>
    <dgm:pt modelId="{0D91CF20-8DD1-41D8-AA5F-CD29446F63AD}" type="parTrans" cxnId="{1352000B-474A-4FE7-A2A3-71D5965CFA07}">
      <dgm:prSet/>
      <dgm:spPr/>
      <dgm:t>
        <a:bodyPr/>
        <a:lstStyle/>
        <a:p>
          <a:endParaRPr lang="en-US"/>
        </a:p>
      </dgm:t>
    </dgm:pt>
    <dgm:pt modelId="{AE66B723-FB66-46D9-B3A1-FF95281097C0}" type="sibTrans" cxnId="{1352000B-474A-4FE7-A2A3-71D5965CFA07}">
      <dgm:prSet/>
      <dgm:spPr/>
      <dgm:t>
        <a:bodyPr/>
        <a:lstStyle/>
        <a:p>
          <a:endParaRPr lang="en-US"/>
        </a:p>
      </dgm:t>
    </dgm:pt>
    <dgm:pt modelId="{7185EA91-7A3F-4A27-897D-C309F1EF7F63}">
      <dgm:prSet/>
      <dgm:spPr/>
      <dgm:t>
        <a:bodyPr/>
        <a:lstStyle/>
        <a:p>
          <a:r>
            <a:rPr lang="en-US"/>
            <a:t>Driver logic</a:t>
          </a:r>
        </a:p>
      </dgm:t>
    </dgm:pt>
    <dgm:pt modelId="{1718A1A2-E7E8-4D2A-829B-1754FF798D2A}" type="parTrans" cxnId="{0C188783-37CE-4F4F-8011-0053B717647F}">
      <dgm:prSet/>
      <dgm:spPr/>
      <dgm:t>
        <a:bodyPr/>
        <a:lstStyle/>
        <a:p>
          <a:endParaRPr lang="en-US"/>
        </a:p>
      </dgm:t>
    </dgm:pt>
    <dgm:pt modelId="{0BE819F2-E2D5-4CE8-A1CC-815D41CB39C7}" type="sibTrans" cxnId="{0C188783-37CE-4F4F-8011-0053B717647F}">
      <dgm:prSet/>
      <dgm:spPr/>
      <dgm:t>
        <a:bodyPr/>
        <a:lstStyle/>
        <a:p>
          <a:endParaRPr lang="en-US"/>
        </a:p>
      </dgm:t>
    </dgm:pt>
    <dgm:pt modelId="{1CDE7239-C62E-45E8-AF97-B44E15A60BD4}">
      <dgm:prSet/>
      <dgm:spPr/>
      <dgm:t>
        <a:bodyPr/>
        <a:lstStyle/>
        <a:p>
          <a:r>
            <a:rPr lang="en-US"/>
            <a:t>Item monitor</a:t>
          </a:r>
        </a:p>
      </dgm:t>
    </dgm:pt>
    <dgm:pt modelId="{16AF6DFE-27FE-4837-BC78-2FEA19A73B0E}" type="parTrans" cxnId="{2578277C-071B-479C-AD5A-4AE654400908}">
      <dgm:prSet/>
      <dgm:spPr/>
      <dgm:t>
        <a:bodyPr/>
        <a:lstStyle/>
        <a:p>
          <a:endParaRPr lang="en-US"/>
        </a:p>
      </dgm:t>
    </dgm:pt>
    <dgm:pt modelId="{5960D8D9-F18A-49B5-BD1B-8556344BBB43}" type="sibTrans" cxnId="{2578277C-071B-479C-AD5A-4AE654400908}">
      <dgm:prSet/>
      <dgm:spPr/>
      <dgm:t>
        <a:bodyPr/>
        <a:lstStyle/>
        <a:p>
          <a:endParaRPr lang="en-US"/>
        </a:p>
      </dgm:t>
    </dgm:pt>
    <dgm:pt modelId="{5482F01F-BDA0-450C-88EF-E8EAF475DAF0}">
      <dgm:prSet/>
      <dgm:spPr/>
      <dgm:t>
        <a:bodyPr/>
        <a:lstStyle/>
        <a:p>
          <a:r>
            <a:rPr lang="en-US"/>
            <a:t>Monitor logic</a:t>
          </a:r>
        </a:p>
      </dgm:t>
    </dgm:pt>
    <dgm:pt modelId="{E909171D-5226-4439-B4C5-7B6DE8E2790C}" type="parTrans" cxnId="{FA4CFBA8-31AA-4574-94BD-2D4C726A234B}">
      <dgm:prSet/>
      <dgm:spPr/>
      <dgm:t>
        <a:bodyPr/>
        <a:lstStyle/>
        <a:p>
          <a:endParaRPr lang="en-US"/>
        </a:p>
      </dgm:t>
    </dgm:pt>
    <dgm:pt modelId="{E9987FE5-FE10-43FE-91CD-C854277FFC35}" type="sibTrans" cxnId="{FA4CFBA8-31AA-4574-94BD-2D4C726A234B}">
      <dgm:prSet/>
      <dgm:spPr/>
      <dgm:t>
        <a:bodyPr/>
        <a:lstStyle/>
        <a:p>
          <a:endParaRPr lang="en-US"/>
        </a:p>
      </dgm:t>
    </dgm:pt>
    <dgm:pt modelId="{F21F0195-A1EE-4CBB-B7B0-09D529993498}">
      <dgm:prSet/>
      <dgm:spPr/>
      <dgm:t>
        <a:bodyPr/>
        <a:lstStyle/>
        <a:p>
          <a:r>
            <a:rPr lang="en-US"/>
            <a:t>Sequencer</a:t>
          </a:r>
        </a:p>
      </dgm:t>
    </dgm:pt>
    <dgm:pt modelId="{144E5684-49AC-4B13-8BF9-365F56D0C77A}" type="parTrans" cxnId="{FA59C70B-7D92-4F78-9E95-DB72852603F3}">
      <dgm:prSet/>
      <dgm:spPr/>
      <dgm:t>
        <a:bodyPr/>
        <a:lstStyle/>
        <a:p>
          <a:endParaRPr lang="en-US"/>
        </a:p>
      </dgm:t>
    </dgm:pt>
    <dgm:pt modelId="{1E9DF2C6-7E85-47B2-8D45-7AE36D4C91D0}" type="sibTrans" cxnId="{FA59C70B-7D92-4F78-9E95-DB72852603F3}">
      <dgm:prSet/>
      <dgm:spPr/>
      <dgm:t>
        <a:bodyPr/>
        <a:lstStyle/>
        <a:p>
          <a:endParaRPr lang="en-US"/>
        </a:p>
      </dgm:t>
    </dgm:pt>
    <dgm:pt modelId="{40AF0491-3910-467D-89BA-61E0BCA5BE58}">
      <dgm:prSet/>
      <dgm:spPr/>
      <dgm:t>
        <a:bodyPr/>
        <a:lstStyle/>
        <a:p>
          <a:r>
            <a:rPr lang="en-US"/>
            <a:t>Coverage class</a:t>
          </a:r>
        </a:p>
      </dgm:t>
    </dgm:pt>
    <dgm:pt modelId="{3F8550AA-E257-4E17-A7EE-E9BA9F0243F5}" type="parTrans" cxnId="{E8D6E4D9-D179-4181-8E98-018CA519D636}">
      <dgm:prSet/>
      <dgm:spPr/>
      <dgm:t>
        <a:bodyPr/>
        <a:lstStyle/>
        <a:p>
          <a:endParaRPr lang="en-US"/>
        </a:p>
      </dgm:t>
    </dgm:pt>
    <dgm:pt modelId="{F106E401-0CC8-42C6-B5AF-8636C3AF5F8A}" type="sibTrans" cxnId="{E8D6E4D9-D179-4181-8E98-018CA519D636}">
      <dgm:prSet/>
      <dgm:spPr/>
      <dgm:t>
        <a:bodyPr/>
        <a:lstStyle/>
        <a:p>
          <a:endParaRPr lang="en-US"/>
        </a:p>
      </dgm:t>
    </dgm:pt>
    <dgm:pt modelId="{ECE7161A-4DFA-404B-8669-EA4CCC26DE4F}" type="pres">
      <dgm:prSet presAssocID="{7C664B52-5882-4853-AC0B-17D82B138D9B}" presName="linear" presStyleCnt="0">
        <dgm:presLayoutVars>
          <dgm:animLvl val="lvl"/>
          <dgm:resizeHandles val="exact"/>
        </dgm:presLayoutVars>
      </dgm:prSet>
      <dgm:spPr/>
    </dgm:pt>
    <dgm:pt modelId="{03206AA8-E8E2-4498-9F23-FE1E66E42DE2}" type="pres">
      <dgm:prSet presAssocID="{54913FFD-5C44-4C80-B48C-239A5F550E9C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380B62D-8982-477E-BD51-1D696AE76564}" type="pres">
      <dgm:prSet presAssocID="{CAFD49B3-472E-492E-B48B-290A5840B2FB}" presName="spacer" presStyleCnt="0"/>
      <dgm:spPr/>
    </dgm:pt>
    <dgm:pt modelId="{354A92AA-B4E3-484F-8C41-8597F2A53E98}" type="pres">
      <dgm:prSet presAssocID="{B0596FC4-D83E-43AD-A9EB-2CE7ACCCADD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3F63DEB-3872-4D4D-9C9E-75BF2E673D88}" type="pres">
      <dgm:prSet presAssocID="{4C8247FD-DB1B-4CD7-BCA7-F370AF220B38}" presName="spacer" presStyleCnt="0"/>
      <dgm:spPr/>
    </dgm:pt>
    <dgm:pt modelId="{8BF8A17E-1721-4FE2-AEDE-4856BD872EDA}" type="pres">
      <dgm:prSet presAssocID="{0FEDAA7C-8684-43A6-92AB-08C916E9A7C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9C12646F-3359-43F0-8AD3-B6BA139B7AF0}" type="pres">
      <dgm:prSet presAssocID="{AE66B723-FB66-46D9-B3A1-FF95281097C0}" presName="spacer" presStyleCnt="0"/>
      <dgm:spPr/>
    </dgm:pt>
    <dgm:pt modelId="{5C2BDFC1-A8F0-4745-AB12-F8301569410A}" type="pres">
      <dgm:prSet presAssocID="{7185EA91-7A3F-4A27-897D-C309F1EF7F6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8D7BACAB-07E8-43F0-8C58-21960B8A4EA1}" type="pres">
      <dgm:prSet presAssocID="{0BE819F2-E2D5-4CE8-A1CC-815D41CB39C7}" presName="spacer" presStyleCnt="0"/>
      <dgm:spPr/>
    </dgm:pt>
    <dgm:pt modelId="{364765EF-0CED-43E4-BEE4-ED455F8071F1}" type="pres">
      <dgm:prSet presAssocID="{1CDE7239-C62E-45E8-AF97-B44E15A60BD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1F07231-8AF7-4A1E-A352-8B1FB0554536}" type="pres">
      <dgm:prSet presAssocID="{5960D8D9-F18A-49B5-BD1B-8556344BBB43}" presName="spacer" presStyleCnt="0"/>
      <dgm:spPr/>
    </dgm:pt>
    <dgm:pt modelId="{61AB6265-4B1E-4AB3-9D54-43742772A445}" type="pres">
      <dgm:prSet presAssocID="{5482F01F-BDA0-450C-88EF-E8EAF475DAF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3173963-6B30-4504-8E53-5A6C37C8C807}" type="pres">
      <dgm:prSet presAssocID="{E9987FE5-FE10-43FE-91CD-C854277FFC35}" presName="spacer" presStyleCnt="0"/>
      <dgm:spPr/>
    </dgm:pt>
    <dgm:pt modelId="{B4FD3B94-4DB6-4452-9664-0AFC75B4EE96}" type="pres">
      <dgm:prSet presAssocID="{F21F0195-A1EE-4CBB-B7B0-09D52999349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AEDE2485-DC0D-48AC-8A67-6ADF41F7086B}" type="pres">
      <dgm:prSet presAssocID="{1E9DF2C6-7E85-47B2-8D45-7AE36D4C91D0}" presName="spacer" presStyleCnt="0"/>
      <dgm:spPr/>
    </dgm:pt>
    <dgm:pt modelId="{70AC4094-0C99-4F52-B70F-AD05E581FBD3}" type="pres">
      <dgm:prSet presAssocID="{40AF0491-3910-467D-89BA-61E0BCA5BE5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1352000B-474A-4FE7-A2A3-71D5965CFA07}" srcId="{7C664B52-5882-4853-AC0B-17D82B138D9B}" destId="{0FEDAA7C-8684-43A6-92AB-08C916E9A7C5}" srcOrd="2" destOrd="0" parTransId="{0D91CF20-8DD1-41D8-AA5F-CD29446F63AD}" sibTransId="{AE66B723-FB66-46D9-B3A1-FF95281097C0}"/>
    <dgm:cxn modelId="{FA59C70B-7D92-4F78-9E95-DB72852603F3}" srcId="{7C664B52-5882-4853-AC0B-17D82B138D9B}" destId="{F21F0195-A1EE-4CBB-B7B0-09D529993498}" srcOrd="6" destOrd="0" parTransId="{144E5684-49AC-4B13-8BF9-365F56D0C77A}" sibTransId="{1E9DF2C6-7E85-47B2-8D45-7AE36D4C91D0}"/>
    <dgm:cxn modelId="{A1C6FD10-2E9F-45C4-A31B-35B082FED9F2}" type="presOf" srcId="{7185EA91-7A3F-4A27-897D-C309F1EF7F63}" destId="{5C2BDFC1-A8F0-4745-AB12-F8301569410A}" srcOrd="0" destOrd="0" presId="urn:microsoft.com/office/officeart/2005/8/layout/vList2"/>
    <dgm:cxn modelId="{9344652B-82A1-4B2D-A32D-61412CF3EE60}" type="presOf" srcId="{5482F01F-BDA0-450C-88EF-E8EAF475DAF0}" destId="{61AB6265-4B1E-4AB3-9D54-43742772A445}" srcOrd="0" destOrd="0" presId="urn:microsoft.com/office/officeart/2005/8/layout/vList2"/>
    <dgm:cxn modelId="{34BD8F3F-F14B-417B-8CBE-8808314B170C}" type="presOf" srcId="{B0596FC4-D83E-43AD-A9EB-2CE7ACCCADDB}" destId="{354A92AA-B4E3-484F-8C41-8597F2A53E98}" srcOrd="0" destOrd="0" presId="urn:microsoft.com/office/officeart/2005/8/layout/vList2"/>
    <dgm:cxn modelId="{24F73A70-E4D1-48D8-A314-CAEA69C16859}" type="presOf" srcId="{54913FFD-5C44-4C80-B48C-239A5F550E9C}" destId="{03206AA8-E8E2-4498-9F23-FE1E66E42DE2}" srcOrd="0" destOrd="0" presId="urn:microsoft.com/office/officeart/2005/8/layout/vList2"/>
    <dgm:cxn modelId="{7D957F73-2CA7-4920-98B4-A44BD48545BF}" srcId="{7C664B52-5882-4853-AC0B-17D82B138D9B}" destId="{54913FFD-5C44-4C80-B48C-239A5F550E9C}" srcOrd="0" destOrd="0" parTransId="{FF9AFA91-9863-4E5D-A314-1F792E057444}" sibTransId="{CAFD49B3-472E-492E-B48B-290A5840B2FB}"/>
    <dgm:cxn modelId="{5E245457-9782-4691-85E5-8CEBB23B818E}" type="presOf" srcId="{7C664B52-5882-4853-AC0B-17D82B138D9B}" destId="{ECE7161A-4DFA-404B-8669-EA4CCC26DE4F}" srcOrd="0" destOrd="0" presId="urn:microsoft.com/office/officeart/2005/8/layout/vList2"/>
    <dgm:cxn modelId="{1550BD57-F777-4773-8A7E-263CD11D9BB4}" type="presOf" srcId="{0FEDAA7C-8684-43A6-92AB-08C916E9A7C5}" destId="{8BF8A17E-1721-4FE2-AEDE-4856BD872EDA}" srcOrd="0" destOrd="0" presId="urn:microsoft.com/office/officeart/2005/8/layout/vList2"/>
    <dgm:cxn modelId="{2578277C-071B-479C-AD5A-4AE654400908}" srcId="{7C664B52-5882-4853-AC0B-17D82B138D9B}" destId="{1CDE7239-C62E-45E8-AF97-B44E15A60BD4}" srcOrd="4" destOrd="0" parTransId="{16AF6DFE-27FE-4837-BC78-2FEA19A73B0E}" sibTransId="{5960D8D9-F18A-49B5-BD1B-8556344BBB43}"/>
    <dgm:cxn modelId="{C2164983-F3E8-44DD-A402-34469486F383}" type="presOf" srcId="{40AF0491-3910-467D-89BA-61E0BCA5BE58}" destId="{70AC4094-0C99-4F52-B70F-AD05E581FBD3}" srcOrd="0" destOrd="0" presId="urn:microsoft.com/office/officeart/2005/8/layout/vList2"/>
    <dgm:cxn modelId="{0C188783-37CE-4F4F-8011-0053B717647F}" srcId="{7C664B52-5882-4853-AC0B-17D82B138D9B}" destId="{7185EA91-7A3F-4A27-897D-C309F1EF7F63}" srcOrd="3" destOrd="0" parTransId="{1718A1A2-E7E8-4D2A-829B-1754FF798D2A}" sibTransId="{0BE819F2-E2D5-4CE8-A1CC-815D41CB39C7}"/>
    <dgm:cxn modelId="{FAD493A5-00FB-4CC2-9A10-357B46BDC1C8}" type="presOf" srcId="{1CDE7239-C62E-45E8-AF97-B44E15A60BD4}" destId="{364765EF-0CED-43E4-BEE4-ED455F8071F1}" srcOrd="0" destOrd="0" presId="urn:microsoft.com/office/officeart/2005/8/layout/vList2"/>
    <dgm:cxn modelId="{FA4CFBA8-31AA-4574-94BD-2D4C726A234B}" srcId="{7C664B52-5882-4853-AC0B-17D82B138D9B}" destId="{5482F01F-BDA0-450C-88EF-E8EAF475DAF0}" srcOrd="5" destOrd="0" parTransId="{E909171D-5226-4439-B4C5-7B6DE8E2790C}" sibTransId="{E9987FE5-FE10-43FE-91CD-C854277FFC35}"/>
    <dgm:cxn modelId="{C0928CD3-FD40-49E2-AAF5-954FE7844A25}" srcId="{7C664B52-5882-4853-AC0B-17D82B138D9B}" destId="{B0596FC4-D83E-43AD-A9EB-2CE7ACCCADDB}" srcOrd="1" destOrd="0" parTransId="{6DAFA600-D4A0-47E4-A699-AE442A5FD4B8}" sibTransId="{4C8247FD-DB1B-4CD7-BCA7-F370AF220B38}"/>
    <dgm:cxn modelId="{E8D6E4D9-D179-4181-8E98-018CA519D636}" srcId="{7C664B52-5882-4853-AC0B-17D82B138D9B}" destId="{40AF0491-3910-467D-89BA-61E0BCA5BE58}" srcOrd="7" destOrd="0" parTransId="{3F8550AA-E257-4E17-A7EE-E9BA9F0243F5}" sibTransId="{F106E401-0CC8-42C6-B5AF-8636C3AF5F8A}"/>
    <dgm:cxn modelId="{965521F4-7453-457E-AE3F-A0F8C1F71290}" type="presOf" srcId="{F21F0195-A1EE-4CBB-B7B0-09D529993498}" destId="{B4FD3B94-4DB6-4452-9664-0AFC75B4EE96}" srcOrd="0" destOrd="0" presId="urn:microsoft.com/office/officeart/2005/8/layout/vList2"/>
    <dgm:cxn modelId="{CB6DB46D-CC2E-468C-A78A-12890FF64200}" type="presParOf" srcId="{ECE7161A-4DFA-404B-8669-EA4CCC26DE4F}" destId="{03206AA8-E8E2-4498-9F23-FE1E66E42DE2}" srcOrd="0" destOrd="0" presId="urn:microsoft.com/office/officeart/2005/8/layout/vList2"/>
    <dgm:cxn modelId="{537D23F1-8A62-4706-A42C-31B4CAC129E4}" type="presParOf" srcId="{ECE7161A-4DFA-404B-8669-EA4CCC26DE4F}" destId="{9380B62D-8982-477E-BD51-1D696AE76564}" srcOrd="1" destOrd="0" presId="urn:microsoft.com/office/officeart/2005/8/layout/vList2"/>
    <dgm:cxn modelId="{B9D9CDB6-8A80-4798-B817-1DDBF7D7E36E}" type="presParOf" srcId="{ECE7161A-4DFA-404B-8669-EA4CCC26DE4F}" destId="{354A92AA-B4E3-484F-8C41-8597F2A53E98}" srcOrd="2" destOrd="0" presId="urn:microsoft.com/office/officeart/2005/8/layout/vList2"/>
    <dgm:cxn modelId="{BF032AF9-D323-4E88-93E7-E9CF988829D3}" type="presParOf" srcId="{ECE7161A-4DFA-404B-8669-EA4CCC26DE4F}" destId="{33F63DEB-3872-4D4D-9C9E-75BF2E673D88}" srcOrd="3" destOrd="0" presId="urn:microsoft.com/office/officeart/2005/8/layout/vList2"/>
    <dgm:cxn modelId="{8748B473-AB41-4B05-8FF1-FB9062A30A97}" type="presParOf" srcId="{ECE7161A-4DFA-404B-8669-EA4CCC26DE4F}" destId="{8BF8A17E-1721-4FE2-AEDE-4856BD872EDA}" srcOrd="4" destOrd="0" presId="urn:microsoft.com/office/officeart/2005/8/layout/vList2"/>
    <dgm:cxn modelId="{406BD772-C3A8-4E3E-9466-0950E30F3F45}" type="presParOf" srcId="{ECE7161A-4DFA-404B-8669-EA4CCC26DE4F}" destId="{9C12646F-3359-43F0-8AD3-B6BA139B7AF0}" srcOrd="5" destOrd="0" presId="urn:microsoft.com/office/officeart/2005/8/layout/vList2"/>
    <dgm:cxn modelId="{1354A614-81B7-487E-9B6D-6C923D06FCB3}" type="presParOf" srcId="{ECE7161A-4DFA-404B-8669-EA4CCC26DE4F}" destId="{5C2BDFC1-A8F0-4745-AB12-F8301569410A}" srcOrd="6" destOrd="0" presId="urn:microsoft.com/office/officeart/2005/8/layout/vList2"/>
    <dgm:cxn modelId="{2C3B5B16-BD3F-47F0-8C55-8CE0230C33FE}" type="presParOf" srcId="{ECE7161A-4DFA-404B-8669-EA4CCC26DE4F}" destId="{8D7BACAB-07E8-43F0-8C58-21960B8A4EA1}" srcOrd="7" destOrd="0" presId="urn:microsoft.com/office/officeart/2005/8/layout/vList2"/>
    <dgm:cxn modelId="{B68EBFB6-2088-4B20-8A6B-8515F3AD0E7D}" type="presParOf" srcId="{ECE7161A-4DFA-404B-8669-EA4CCC26DE4F}" destId="{364765EF-0CED-43E4-BEE4-ED455F8071F1}" srcOrd="8" destOrd="0" presId="urn:microsoft.com/office/officeart/2005/8/layout/vList2"/>
    <dgm:cxn modelId="{B6E25674-D0D0-4551-B350-421207D0A463}" type="presParOf" srcId="{ECE7161A-4DFA-404B-8669-EA4CCC26DE4F}" destId="{C1F07231-8AF7-4A1E-A352-8B1FB0554536}" srcOrd="9" destOrd="0" presId="urn:microsoft.com/office/officeart/2005/8/layout/vList2"/>
    <dgm:cxn modelId="{286A58D1-6C0F-42F0-A447-C74628304FFC}" type="presParOf" srcId="{ECE7161A-4DFA-404B-8669-EA4CCC26DE4F}" destId="{61AB6265-4B1E-4AB3-9D54-43742772A445}" srcOrd="10" destOrd="0" presId="urn:microsoft.com/office/officeart/2005/8/layout/vList2"/>
    <dgm:cxn modelId="{89FB7E18-42F1-4878-B21E-B662B266E1AF}" type="presParOf" srcId="{ECE7161A-4DFA-404B-8669-EA4CCC26DE4F}" destId="{83173963-6B30-4504-8E53-5A6C37C8C807}" srcOrd="11" destOrd="0" presId="urn:microsoft.com/office/officeart/2005/8/layout/vList2"/>
    <dgm:cxn modelId="{EF0ACDFD-9EC2-4964-834C-F3D433C7D4B7}" type="presParOf" srcId="{ECE7161A-4DFA-404B-8669-EA4CCC26DE4F}" destId="{B4FD3B94-4DB6-4452-9664-0AFC75B4EE96}" srcOrd="12" destOrd="0" presId="urn:microsoft.com/office/officeart/2005/8/layout/vList2"/>
    <dgm:cxn modelId="{D2023D7D-FC8A-4A5B-8545-572D202EEA10}" type="presParOf" srcId="{ECE7161A-4DFA-404B-8669-EA4CCC26DE4F}" destId="{AEDE2485-DC0D-48AC-8A67-6ADF41F7086B}" srcOrd="13" destOrd="0" presId="urn:microsoft.com/office/officeart/2005/8/layout/vList2"/>
    <dgm:cxn modelId="{578C21BA-7DC0-4370-98E5-89456D30344C}" type="presParOf" srcId="{ECE7161A-4DFA-404B-8669-EA4CCC26DE4F}" destId="{70AC4094-0C99-4F52-B70F-AD05E581FBD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664B52-5882-4853-AC0B-17D82B138D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4913FFD-5C44-4C80-B48C-239A5F550E9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Agent architecture</a:t>
          </a:r>
        </a:p>
      </dgm:t>
    </dgm:pt>
    <dgm:pt modelId="{FF9AFA91-9863-4E5D-A314-1F792E057444}" type="parTrans" cxnId="{7D957F73-2CA7-4920-98B4-A44BD48545BF}">
      <dgm:prSet/>
      <dgm:spPr/>
      <dgm:t>
        <a:bodyPr/>
        <a:lstStyle/>
        <a:p>
          <a:endParaRPr lang="en-US"/>
        </a:p>
      </dgm:t>
    </dgm:pt>
    <dgm:pt modelId="{CAFD49B3-472E-492E-B48B-290A5840B2FB}" type="sibTrans" cxnId="{7D957F73-2CA7-4920-98B4-A44BD48545BF}">
      <dgm:prSet/>
      <dgm:spPr/>
      <dgm:t>
        <a:bodyPr/>
        <a:lstStyle/>
        <a:p>
          <a:endParaRPr lang="en-US"/>
        </a:p>
      </dgm:t>
    </dgm:pt>
    <dgm:pt modelId="{B0596FC4-D83E-43AD-A9EB-2CE7ACCCADD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Agent configuration object</a:t>
          </a:r>
        </a:p>
      </dgm:t>
    </dgm:pt>
    <dgm:pt modelId="{6DAFA600-D4A0-47E4-A699-AE442A5FD4B8}" type="parTrans" cxnId="{C0928CD3-FD40-49E2-AAF5-954FE7844A25}">
      <dgm:prSet/>
      <dgm:spPr/>
      <dgm:t>
        <a:bodyPr/>
        <a:lstStyle/>
        <a:p>
          <a:endParaRPr lang="en-US"/>
        </a:p>
      </dgm:t>
    </dgm:pt>
    <dgm:pt modelId="{4C8247FD-DB1B-4CD7-BCA7-F370AF220B38}" type="sibTrans" cxnId="{C0928CD3-FD40-49E2-AAF5-954FE7844A25}">
      <dgm:prSet/>
      <dgm:spPr/>
      <dgm:t>
        <a:bodyPr/>
        <a:lstStyle/>
        <a:p>
          <a:endParaRPr lang="en-US"/>
        </a:p>
      </dgm:t>
    </dgm:pt>
    <dgm:pt modelId="{0FEDAA7C-8684-43A6-92AB-08C916E9A7C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Item drive</a:t>
          </a:r>
        </a:p>
      </dgm:t>
    </dgm:pt>
    <dgm:pt modelId="{0D91CF20-8DD1-41D8-AA5F-CD29446F63AD}" type="parTrans" cxnId="{1352000B-474A-4FE7-A2A3-71D5965CFA07}">
      <dgm:prSet/>
      <dgm:spPr/>
      <dgm:t>
        <a:bodyPr/>
        <a:lstStyle/>
        <a:p>
          <a:endParaRPr lang="en-US"/>
        </a:p>
      </dgm:t>
    </dgm:pt>
    <dgm:pt modelId="{AE66B723-FB66-46D9-B3A1-FF95281097C0}" type="sibTrans" cxnId="{1352000B-474A-4FE7-A2A3-71D5965CFA07}">
      <dgm:prSet/>
      <dgm:spPr/>
      <dgm:t>
        <a:bodyPr/>
        <a:lstStyle/>
        <a:p>
          <a:endParaRPr lang="en-US"/>
        </a:p>
      </dgm:t>
    </dgm:pt>
    <dgm:pt modelId="{7185EA91-7A3F-4A27-897D-C309F1EF7F6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Driver logic</a:t>
          </a:r>
        </a:p>
      </dgm:t>
    </dgm:pt>
    <dgm:pt modelId="{1718A1A2-E7E8-4D2A-829B-1754FF798D2A}" type="parTrans" cxnId="{0C188783-37CE-4F4F-8011-0053B717647F}">
      <dgm:prSet/>
      <dgm:spPr/>
      <dgm:t>
        <a:bodyPr/>
        <a:lstStyle/>
        <a:p>
          <a:endParaRPr lang="en-US"/>
        </a:p>
      </dgm:t>
    </dgm:pt>
    <dgm:pt modelId="{0BE819F2-E2D5-4CE8-A1CC-815D41CB39C7}" type="sibTrans" cxnId="{0C188783-37CE-4F4F-8011-0053B717647F}">
      <dgm:prSet/>
      <dgm:spPr/>
      <dgm:t>
        <a:bodyPr/>
        <a:lstStyle/>
        <a:p>
          <a:endParaRPr lang="en-US"/>
        </a:p>
      </dgm:t>
    </dgm:pt>
    <dgm:pt modelId="{1CDE7239-C62E-45E8-AF97-B44E15A60BD4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Item monitor</a:t>
          </a:r>
        </a:p>
      </dgm:t>
    </dgm:pt>
    <dgm:pt modelId="{16AF6DFE-27FE-4837-BC78-2FEA19A73B0E}" type="parTrans" cxnId="{2578277C-071B-479C-AD5A-4AE654400908}">
      <dgm:prSet/>
      <dgm:spPr/>
      <dgm:t>
        <a:bodyPr/>
        <a:lstStyle/>
        <a:p>
          <a:endParaRPr lang="en-US"/>
        </a:p>
      </dgm:t>
    </dgm:pt>
    <dgm:pt modelId="{5960D8D9-F18A-49B5-BD1B-8556344BBB43}" type="sibTrans" cxnId="{2578277C-071B-479C-AD5A-4AE654400908}">
      <dgm:prSet/>
      <dgm:spPr/>
      <dgm:t>
        <a:bodyPr/>
        <a:lstStyle/>
        <a:p>
          <a:endParaRPr lang="en-US"/>
        </a:p>
      </dgm:t>
    </dgm:pt>
    <dgm:pt modelId="{5482F01F-BDA0-450C-88EF-E8EAF475DAF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Monitor logic</a:t>
          </a:r>
        </a:p>
      </dgm:t>
    </dgm:pt>
    <dgm:pt modelId="{E909171D-5226-4439-B4C5-7B6DE8E2790C}" type="parTrans" cxnId="{FA4CFBA8-31AA-4574-94BD-2D4C726A234B}">
      <dgm:prSet/>
      <dgm:spPr/>
      <dgm:t>
        <a:bodyPr/>
        <a:lstStyle/>
        <a:p>
          <a:endParaRPr lang="en-US"/>
        </a:p>
      </dgm:t>
    </dgm:pt>
    <dgm:pt modelId="{E9987FE5-FE10-43FE-91CD-C854277FFC35}" type="sibTrans" cxnId="{FA4CFBA8-31AA-4574-94BD-2D4C726A234B}">
      <dgm:prSet/>
      <dgm:spPr/>
      <dgm:t>
        <a:bodyPr/>
        <a:lstStyle/>
        <a:p>
          <a:endParaRPr lang="en-US"/>
        </a:p>
      </dgm:t>
    </dgm:pt>
    <dgm:pt modelId="{F21F0195-A1EE-4CBB-B7B0-09D52999349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Sequencer</a:t>
          </a:r>
        </a:p>
      </dgm:t>
    </dgm:pt>
    <dgm:pt modelId="{144E5684-49AC-4B13-8BF9-365F56D0C77A}" type="parTrans" cxnId="{FA59C70B-7D92-4F78-9E95-DB72852603F3}">
      <dgm:prSet/>
      <dgm:spPr/>
      <dgm:t>
        <a:bodyPr/>
        <a:lstStyle/>
        <a:p>
          <a:endParaRPr lang="en-US"/>
        </a:p>
      </dgm:t>
    </dgm:pt>
    <dgm:pt modelId="{1E9DF2C6-7E85-47B2-8D45-7AE36D4C91D0}" type="sibTrans" cxnId="{FA59C70B-7D92-4F78-9E95-DB72852603F3}">
      <dgm:prSet/>
      <dgm:spPr/>
      <dgm:t>
        <a:bodyPr/>
        <a:lstStyle/>
        <a:p>
          <a:endParaRPr lang="en-US"/>
        </a:p>
      </dgm:t>
    </dgm:pt>
    <dgm:pt modelId="{40AF0491-3910-467D-89BA-61E0BCA5BE5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ea typeface="+mn-ea"/>
              <a:cs typeface="+mn-cs"/>
            </a:rPr>
            <a:t>Coverage class</a:t>
          </a:r>
        </a:p>
      </dgm:t>
    </dgm:pt>
    <dgm:pt modelId="{3F8550AA-E257-4E17-A7EE-E9BA9F0243F5}" type="parTrans" cxnId="{E8D6E4D9-D179-4181-8E98-018CA519D636}">
      <dgm:prSet/>
      <dgm:spPr/>
      <dgm:t>
        <a:bodyPr/>
        <a:lstStyle/>
        <a:p>
          <a:endParaRPr lang="en-US"/>
        </a:p>
      </dgm:t>
    </dgm:pt>
    <dgm:pt modelId="{F106E401-0CC8-42C6-B5AF-8636C3AF5F8A}" type="sibTrans" cxnId="{E8D6E4D9-D179-4181-8E98-018CA519D636}">
      <dgm:prSet/>
      <dgm:spPr/>
      <dgm:t>
        <a:bodyPr/>
        <a:lstStyle/>
        <a:p>
          <a:endParaRPr lang="en-US"/>
        </a:p>
      </dgm:t>
    </dgm:pt>
    <dgm:pt modelId="{1ADB058E-EE77-4215-AD0F-9E652EF5C2FC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21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Memory</a:t>
          </a:r>
          <a:endParaRPr lang="en-US" sz="21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775F14D5-632B-4945-8809-CF29452A2703}" type="parTrans" cxnId="{201CBA1D-A1F5-4294-8BE1-555F6D12EFD1}">
      <dgm:prSet/>
      <dgm:spPr/>
    </dgm:pt>
    <dgm:pt modelId="{6A69F57D-7D75-4551-8ACE-15F9C913B9B8}" type="sibTrans" cxnId="{201CBA1D-A1F5-4294-8BE1-555F6D12EFD1}">
      <dgm:prSet/>
      <dgm:spPr/>
    </dgm:pt>
    <dgm:pt modelId="{ECE7161A-4DFA-404B-8669-EA4CCC26DE4F}" type="pres">
      <dgm:prSet presAssocID="{7C664B52-5882-4853-AC0B-17D82B138D9B}" presName="linear" presStyleCnt="0">
        <dgm:presLayoutVars>
          <dgm:animLvl val="lvl"/>
          <dgm:resizeHandles val="exact"/>
        </dgm:presLayoutVars>
      </dgm:prSet>
      <dgm:spPr/>
    </dgm:pt>
    <dgm:pt modelId="{03206AA8-E8E2-4498-9F23-FE1E66E42DE2}" type="pres">
      <dgm:prSet presAssocID="{54913FFD-5C44-4C80-B48C-239A5F550E9C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9380B62D-8982-477E-BD51-1D696AE76564}" type="pres">
      <dgm:prSet presAssocID="{CAFD49B3-472E-492E-B48B-290A5840B2FB}" presName="spacer" presStyleCnt="0"/>
      <dgm:spPr/>
    </dgm:pt>
    <dgm:pt modelId="{354A92AA-B4E3-484F-8C41-8597F2A53E98}" type="pres">
      <dgm:prSet presAssocID="{B0596FC4-D83E-43AD-A9EB-2CE7ACCCADDB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33F63DEB-3872-4D4D-9C9E-75BF2E673D88}" type="pres">
      <dgm:prSet presAssocID="{4C8247FD-DB1B-4CD7-BCA7-F370AF220B38}" presName="spacer" presStyleCnt="0"/>
      <dgm:spPr/>
    </dgm:pt>
    <dgm:pt modelId="{8BF8A17E-1721-4FE2-AEDE-4856BD872EDA}" type="pres">
      <dgm:prSet presAssocID="{0FEDAA7C-8684-43A6-92AB-08C916E9A7C5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9C12646F-3359-43F0-8AD3-B6BA139B7AF0}" type="pres">
      <dgm:prSet presAssocID="{AE66B723-FB66-46D9-B3A1-FF95281097C0}" presName="spacer" presStyleCnt="0"/>
      <dgm:spPr/>
    </dgm:pt>
    <dgm:pt modelId="{5C2BDFC1-A8F0-4745-AB12-F8301569410A}" type="pres">
      <dgm:prSet presAssocID="{7185EA91-7A3F-4A27-897D-C309F1EF7F63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8D7BACAB-07E8-43F0-8C58-21960B8A4EA1}" type="pres">
      <dgm:prSet presAssocID="{0BE819F2-E2D5-4CE8-A1CC-815D41CB39C7}" presName="spacer" presStyleCnt="0"/>
      <dgm:spPr/>
    </dgm:pt>
    <dgm:pt modelId="{364765EF-0CED-43E4-BEE4-ED455F8071F1}" type="pres">
      <dgm:prSet presAssocID="{1CDE7239-C62E-45E8-AF97-B44E15A60BD4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C1F07231-8AF7-4A1E-A352-8B1FB0554536}" type="pres">
      <dgm:prSet presAssocID="{5960D8D9-F18A-49B5-BD1B-8556344BBB43}" presName="spacer" presStyleCnt="0"/>
      <dgm:spPr/>
    </dgm:pt>
    <dgm:pt modelId="{61AB6265-4B1E-4AB3-9D54-43742772A445}" type="pres">
      <dgm:prSet presAssocID="{5482F01F-BDA0-450C-88EF-E8EAF475DAF0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3173963-6B30-4504-8E53-5A6C37C8C807}" type="pres">
      <dgm:prSet presAssocID="{E9987FE5-FE10-43FE-91CD-C854277FFC35}" presName="spacer" presStyleCnt="0"/>
      <dgm:spPr/>
    </dgm:pt>
    <dgm:pt modelId="{B4FD3B94-4DB6-4452-9664-0AFC75B4EE96}" type="pres">
      <dgm:prSet presAssocID="{F21F0195-A1EE-4CBB-B7B0-09D529993498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AEDE2485-DC0D-48AC-8A67-6ADF41F7086B}" type="pres">
      <dgm:prSet presAssocID="{1E9DF2C6-7E85-47B2-8D45-7AE36D4C91D0}" presName="spacer" presStyleCnt="0"/>
      <dgm:spPr/>
    </dgm:pt>
    <dgm:pt modelId="{902DD8A5-DEA7-4132-8FBB-72B64EBA29B4}" type="pres">
      <dgm:prSet presAssocID="{1ADB058E-EE77-4215-AD0F-9E652EF5C2FC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6A5830CE-2544-4C10-AC6F-EE5B59FDC581}" type="pres">
      <dgm:prSet presAssocID="{6A69F57D-7D75-4551-8ACE-15F9C913B9B8}" presName="spacer" presStyleCnt="0"/>
      <dgm:spPr/>
    </dgm:pt>
    <dgm:pt modelId="{70AC4094-0C99-4F52-B70F-AD05E581FBD3}" type="pres">
      <dgm:prSet presAssocID="{40AF0491-3910-467D-89BA-61E0BCA5BE58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1352000B-474A-4FE7-A2A3-71D5965CFA07}" srcId="{7C664B52-5882-4853-AC0B-17D82B138D9B}" destId="{0FEDAA7C-8684-43A6-92AB-08C916E9A7C5}" srcOrd="2" destOrd="0" parTransId="{0D91CF20-8DD1-41D8-AA5F-CD29446F63AD}" sibTransId="{AE66B723-FB66-46D9-B3A1-FF95281097C0}"/>
    <dgm:cxn modelId="{EE7E690B-5086-47D4-AF0C-C2AB07E9AFB3}" type="presOf" srcId="{F21F0195-A1EE-4CBB-B7B0-09D529993498}" destId="{B4FD3B94-4DB6-4452-9664-0AFC75B4EE96}" srcOrd="0" destOrd="0" presId="urn:microsoft.com/office/officeart/2005/8/layout/vList2"/>
    <dgm:cxn modelId="{FA59C70B-7D92-4F78-9E95-DB72852603F3}" srcId="{7C664B52-5882-4853-AC0B-17D82B138D9B}" destId="{F21F0195-A1EE-4CBB-B7B0-09D529993498}" srcOrd="6" destOrd="0" parTransId="{144E5684-49AC-4B13-8BF9-365F56D0C77A}" sibTransId="{1E9DF2C6-7E85-47B2-8D45-7AE36D4C91D0}"/>
    <dgm:cxn modelId="{201CBA1D-A1F5-4294-8BE1-555F6D12EFD1}" srcId="{7C664B52-5882-4853-AC0B-17D82B138D9B}" destId="{1ADB058E-EE77-4215-AD0F-9E652EF5C2FC}" srcOrd="7" destOrd="0" parTransId="{775F14D5-632B-4945-8809-CF29452A2703}" sibTransId="{6A69F57D-7D75-4551-8ACE-15F9C913B9B8}"/>
    <dgm:cxn modelId="{B33C8033-4C32-4CA3-8B22-28F0A103DEFA}" type="presOf" srcId="{1ADB058E-EE77-4215-AD0F-9E652EF5C2FC}" destId="{902DD8A5-DEA7-4132-8FBB-72B64EBA29B4}" srcOrd="0" destOrd="0" presId="urn:microsoft.com/office/officeart/2005/8/layout/vList2"/>
    <dgm:cxn modelId="{EC054B40-B45D-4069-AB78-3FD6540BBE3A}" type="presOf" srcId="{40AF0491-3910-467D-89BA-61E0BCA5BE58}" destId="{70AC4094-0C99-4F52-B70F-AD05E581FBD3}" srcOrd="0" destOrd="0" presId="urn:microsoft.com/office/officeart/2005/8/layout/vList2"/>
    <dgm:cxn modelId="{1A0D626B-D19E-41EA-A02B-927F5C010F10}" type="presOf" srcId="{5482F01F-BDA0-450C-88EF-E8EAF475DAF0}" destId="{61AB6265-4B1E-4AB3-9D54-43742772A445}" srcOrd="0" destOrd="0" presId="urn:microsoft.com/office/officeart/2005/8/layout/vList2"/>
    <dgm:cxn modelId="{7D957F73-2CA7-4920-98B4-A44BD48545BF}" srcId="{7C664B52-5882-4853-AC0B-17D82B138D9B}" destId="{54913FFD-5C44-4C80-B48C-239A5F550E9C}" srcOrd="0" destOrd="0" parTransId="{FF9AFA91-9863-4E5D-A314-1F792E057444}" sibTransId="{CAFD49B3-472E-492E-B48B-290A5840B2FB}"/>
    <dgm:cxn modelId="{5E245457-9782-4691-85E5-8CEBB23B818E}" type="presOf" srcId="{7C664B52-5882-4853-AC0B-17D82B138D9B}" destId="{ECE7161A-4DFA-404B-8669-EA4CCC26DE4F}" srcOrd="0" destOrd="0" presId="urn:microsoft.com/office/officeart/2005/8/layout/vList2"/>
    <dgm:cxn modelId="{2578277C-071B-479C-AD5A-4AE654400908}" srcId="{7C664B52-5882-4853-AC0B-17D82B138D9B}" destId="{1CDE7239-C62E-45E8-AF97-B44E15A60BD4}" srcOrd="4" destOrd="0" parTransId="{16AF6DFE-27FE-4837-BC78-2FEA19A73B0E}" sibTransId="{5960D8D9-F18A-49B5-BD1B-8556344BBB43}"/>
    <dgm:cxn modelId="{0C188783-37CE-4F4F-8011-0053B717647F}" srcId="{7C664B52-5882-4853-AC0B-17D82B138D9B}" destId="{7185EA91-7A3F-4A27-897D-C309F1EF7F63}" srcOrd="3" destOrd="0" parTransId="{1718A1A2-E7E8-4D2A-829B-1754FF798D2A}" sibTransId="{0BE819F2-E2D5-4CE8-A1CC-815D41CB39C7}"/>
    <dgm:cxn modelId="{F406D1A4-B744-421B-A21E-6B530C77C4C3}" type="presOf" srcId="{B0596FC4-D83E-43AD-A9EB-2CE7ACCCADDB}" destId="{354A92AA-B4E3-484F-8C41-8597F2A53E98}" srcOrd="0" destOrd="0" presId="urn:microsoft.com/office/officeart/2005/8/layout/vList2"/>
    <dgm:cxn modelId="{FA4CFBA8-31AA-4574-94BD-2D4C726A234B}" srcId="{7C664B52-5882-4853-AC0B-17D82B138D9B}" destId="{5482F01F-BDA0-450C-88EF-E8EAF475DAF0}" srcOrd="5" destOrd="0" parTransId="{E909171D-5226-4439-B4C5-7B6DE8E2790C}" sibTransId="{E9987FE5-FE10-43FE-91CD-C854277FFC35}"/>
    <dgm:cxn modelId="{3DB1FEAF-D52B-41D4-AD87-D1B8963A4B79}" type="presOf" srcId="{0FEDAA7C-8684-43A6-92AB-08C916E9A7C5}" destId="{8BF8A17E-1721-4FE2-AEDE-4856BD872EDA}" srcOrd="0" destOrd="0" presId="urn:microsoft.com/office/officeart/2005/8/layout/vList2"/>
    <dgm:cxn modelId="{DE22AAB4-2B55-4688-86B9-9562CFD33D1A}" type="presOf" srcId="{7185EA91-7A3F-4A27-897D-C309F1EF7F63}" destId="{5C2BDFC1-A8F0-4745-AB12-F8301569410A}" srcOrd="0" destOrd="0" presId="urn:microsoft.com/office/officeart/2005/8/layout/vList2"/>
    <dgm:cxn modelId="{C0928CD3-FD40-49E2-AAF5-954FE7844A25}" srcId="{7C664B52-5882-4853-AC0B-17D82B138D9B}" destId="{B0596FC4-D83E-43AD-A9EB-2CE7ACCCADDB}" srcOrd="1" destOrd="0" parTransId="{6DAFA600-D4A0-47E4-A699-AE442A5FD4B8}" sibTransId="{4C8247FD-DB1B-4CD7-BCA7-F370AF220B38}"/>
    <dgm:cxn modelId="{1B9F7DD7-9E5F-42BB-91B4-F31E00F079F2}" type="presOf" srcId="{1CDE7239-C62E-45E8-AF97-B44E15A60BD4}" destId="{364765EF-0CED-43E4-BEE4-ED455F8071F1}" srcOrd="0" destOrd="0" presId="urn:microsoft.com/office/officeart/2005/8/layout/vList2"/>
    <dgm:cxn modelId="{E8D6E4D9-D179-4181-8E98-018CA519D636}" srcId="{7C664B52-5882-4853-AC0B-17D82B138D9B}" destId="{40AF0491-3910-467D-89BA-61E0BCA5BE58}" srcOrd="8" destOrd="0" parTransId="{3F8550AA-E257-4E17-A7EE-E9BA9F0243F5}" sibTransId="{F106E401-0CC8-42C6-B5AF-8636C3AF5F8A}"/>
    <dgm:cxn modelId="{FAE142F2-22FC-46AD-9CF2-D4B009C0074A}" type="presOf" srcId="{54913FFD-5C44-4C80-B48C-239A5F550E9C}" destId="{03206AA8-E8E2-4498-9F23-FE1E66E42DE2}" srcOrd="0" destOrd="0" presId="urn:microsoft.com/office/officeart/2005/8/layout/vList2"/>
    <dgm:cxn modelId="{A528E28D-D3CE-4835-BFF1-662C6F3D5BF5}" type="presParOf" srcId="{ECE7161A-4DFA-404B-8669-EA4CCC26DE4F}" destId="{03206AA8-E8E2-4498-9F23-FE1E66E42DE2}" srcOrd="0" destOrd="0" presId="urn:microsoft.com/office/officeart/2005/8/layout/vList2"/>
    <dgm:cxn modelId="{FCE4150F-84A3-4080-ADA0-3608FB7F40C2}" type="presParOf" srcId="{ECE7161A-4DFA-404B-8669-EA4CCC26DE4F}" destId="{9380B62D-8982-477E-BD51-1D696AE76564}" srcOrd="1" destOrd="0" presId="urn:microsoft.com/office/officeart/2005/8/layout/vList2"/>
    <dgm:cxn modelId="{5398C92F-F663-451E-AEB1-849999191CAD}" type="presParOf" srcId="{ECE7161A-4DFA-404B-8669-EA4CCC26DE4F}" destId="{354A92AA-B4E3-484F-8C41-8597F2A53E98}" srcOrd="2" destOrd="0" presId="urn:microsoft.com/office/officeart/2005/8/layout/vList2"/>
    <dgm:cxn modelId="{13730034-0E9C-4A1A-B97A-A6383A4E204B}" type="presParOf" srcId="{ECE7161A-4DFA-404B-8669-EA4CCC26DE4F}" destId="{33F63DEB-3872-4D4D-9C9E-75BF2E673D88}" srcOrd="3" destOrd="0" presId="urn:microsoft.com/office/officeart/2005/8/layout/vList2"/>
    <dgm:cxn modelId="{42C8E31F-2F46-4902-AF10-0C2FDD7430C0}" type="presParOf" srcId="{ECE7161A-4DFA-404B-8669-EA4CCC26DE4F}" destId="{8BF8A17E-1721-4FE2-AEDE-4856BD872EDA}" srcOrd="4" destOrd="0" presId="urn:microsoft.com/office/officeart/2005/8/layout/vList2"/>
    <dgm:cxn modelId="{41107BE9-44E0-435D-AC92-695392525C35}" type="presParOf" srcId="{ECE7161A-4DFA-404B-8669-EA4CCC26DE4F}" destId="{9C12646F-3359-43F0-8AD3-B6BA139B7AF0}" srcOrd="5" destOrd="0" presId="urn:microsoft.com/office/officeart/2005/8/layout/vList2"/>
    <dgm:cxn modelId="{F227E8BC-3B3C-430C-A489-00C13354F0D7}" type="presParOf" srcId="{ECE7161A-4DFA-404B-8669-EA4CCC26DE4F}" destId="{5C2BDFC1-A8F0-4745-AB12-F8301569410A}" srcOrd="6" destOrd="0" presId="urn:microsoft.com/office/officeart/2005/8/layout/vList2"/>
    <dgm:cxn modelId="{DFB8BE5B-F374-49B0-9F84-E641EC39A04A}" type="presParOf" srcId="{ECE7161A-4DFA-404B-8669-EA4CCC26DE4F}" destId="{8D7BACAB-07E8-43F0-8C58-21960B8A4EA1}" srcOrd="7" destOrd="0" presId="urn:microsoft.com/office/officeart/2005/8/layout/vList2"/>
    <dgm:cxn modelId="{0B944A04-16D9-4248-9C51-FD3008EE7225}" type="presParOf" srcId="{ECE7161A-4DFA-404B-8669-EA4CCC26DE4F}" destId="{364765EF-0CED-43E4-BEE4-ED455F8071F1}" srcOrd="8" destOrd="0" presId="urn:microsoft.com/office/officeart/2005/8/layout/vList2"/>
    <dgm:cxn modelId="{F5C2A8AA-5FA2-4BA9-B921-1FD88E15815A}" type="presParOf" srcId="{ECE7161A-4DFA-404B-8669-EA4CCC26DE4F}" destId="{C1F07231-8AF7-4A1E-A352-8B1FB0554536}" srcOrd="9" destOrd="0" presId="urn:microsoft.com/office/officeart/2005/8/layout/vList2"/>
    <dgm:cxn modelId="{323D96D7-888D-474A-B064-EDC85D60712B}" type="presParOf" srcId="{ECE7161A-4DFA-404B-8669-EA4CCC26DE4F}" destId="{61AB6265-4B1E-4AB3-9D54-43742772A445}" srcOrd="10" destOrd="0" presId="urn:microsoft.com/office/officeart/2005/8/layout/vList2"/>
    <dgm:cxn modelId="{D323EC95-71DA-4CA2-BD03-4BD582AC33EE}" type="presParOf" srcId="{ECE7161A-4DFA-404B-8669-EA4CCC26DE4F}" destId="{83173963-6B30-4504-8E53-5A6C37C8C807}" srcOrd="11" destOrd="0" presId="urn:microsoft.com/office/officeart/2005/8/layout/vList2"/>
    <dgm:cxn modelId="{D2D0BDD4-6EA7-430C-991B-4E50AC527555}" type="presParOf" srcId="{ECE7161A-4DFA-404B-8669-EA4CCC26DE4F}" destId="{B4FD3B94-4DB6-4452-9664-0AFC75B4EE96}" srcOrd="12" destOrd="0" presId="urn:microsoft.com/office/officeart/2005/8/layout/vList2"/>
    <dgm:cxn modelId="{1D47BF90-6041-4FF4-8D64-2973EE808BB9}" type="presParOf" srcId="{ECE7161A-4DFA-404B-8669-EA4CCC26DE4F}" destId="{AEDE2485-DC0D-48AC-8A67-6ADF41F7086B}" srcOrd="13" destOrd="0" presId="urn:microsoft.com/office/officeart/2005/8/layout/vList2"/>
    <dgm:cxn modelId="{EE0F1C58-5EB8-4F12-AA3F-7C040A8C8509}" type="presParOf" srcId="{ECE7161A-4DFA-404B-8669-EA4CCC26DE4F}" destId="{902DD8A5-DEA7-4132-8FBB-72B64EBA29B4}" srcOrd="14" destOrd="0" presId="urn:microsoft.com/office/officeart/2005/8/layout/vList2"/>
    <dgm:cxn modelId="{864E4806-A92D-474E-A005-9CC62B4C3A37}" type="presParOf" srcId="{ECE7161A-4DFA-404B-8669-EA4CCC26DE4F}" destId="{6A5830CE-2544-4C10-AC6F-EE5B59FDC581}" srcOrd="15" destOrd="0" presId="urn:microsoft.com/office/officeart/2005/8/layout/vList2"/>
    <dgm:cxn modelId="{374B5BAE-1C14-491C-AC62-F0E26500DB1E}" type="presParOf" srcId="{ECE7161A-4DFA-404B-8669-EA4CCC26DE4F}" destId="{70AC4094-0C99-4F52-B70F-AD05E581FBD3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664B52-5882-4853-AC0B-17D82B138D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4913FFD-5C44-4C80-B48C-239A5F550E9C}">
      <dgm:prSet/>
      <dgm:spPr/>
      <dgm:t>
        <a:bodyPr/>
        <a:lstStyle/>
        <a:p>
          <a:r>
            <a:rPr lang="en-US"/>
            <a:t>Approach</a:t>
          </a:r>
        </a:p>
      </dgm:t>
    </dgm:pt>
    <dgm:pt modelId="{FF9AFA91-9863-4E5D-A314-1F792E057444}" type="parTrans" cxnId="{7D957F73-2CA7-4920-98B4-A44BD48545BF}">
      <dgm:prSet/>
      <dgm:spPr/>
      <dgm:t>
        <a:bodyPr/>
        <a:lstStyle/>
        <a:p>
          <a:endParaRPr lang="en-US"/>
        </a:p>
      </dgm:t>
    </dgm:pt>
    <dgm:pt modelId="{CAFD49B3-472E-492E-B48B-290A5840B2FB}" type="sibTrans" cxnId="{7D957F73-2CA7-4920-98B4-A44BD48545BF}">
      <dgm:prSet/>
      <dgm:spPr/>
      <dgm:t>
        <a:bodyPr/>
        <a:lstStyle/>
        <a:p>
          <a:endParaRPr lang="en-US"/>
        </a:p>
      </dgm:t>
    </dgm:pt>
    <dgm:pt modelId="{B0596FC4-D83E-43AD-A9EB-2CE7ACCCADDB}">
      <dgm:prSet/>
      <dgm:spPr/>
      <dgm:t>
        <a:bodyPr/>
        <a:lstStyle/>
        <a:p>
          <a:r>
            <a:rPr lang="en-US"/>
            <a:t>Architecture</a:t>
          </a:r>
        </a:p>
      </dgm:t>
    </dgm:pt>
    <dgm:pt modelId="{6DAFA600-D4A0-47E4-A699-AE442A5FD4B8}" type="parTrans" cxnId="{C0928CD3-FD40-49E2-AAF5-954FE7844A25}">
      <dgm:prSet/>
      <dgm:spPr/>
      <dgm:t>
        <a:bodyPr/>
        <a:lstStyle/>
        <a:p>
          <a:endParaRPr lang="en-US"/>
        </a:p>
      </dgm:t>
    </dgm:pt>
    <dgm:pt modelId="{4C8247FD-DB1B-4CD7-BCA7-F370AF220B38}" type="sibTrans" cxnId="{C0928CD3-FD40-49E2-AAF5-954FE7844A25}">
      <dgm:prSet/>
      <dgm:spPr/>
      <dgm:t>
        <a:bodyPr/>
        <a:lstStyle/>
        <a:p>
          <a:endParaRPr lang="en-US"/>
        </a:p>
      </dgm:t>
    </dgm:pt>
    <dgm:pt modelId="{7185EA91-7A3F-4A27-897D-C309F1EF7F63}">
      <dgm:prSet/>
      <dgm:spPr/>
      <dgm:t>
        <a:bodyPr/>
        <a:lstStyle/>
        <a:p>
          <a:r>
            <a:rPr lang="en-US"/>
            <a:t>Predictors</a:t>
          </a:r>
        </a:p>
      </dgm:t>
    </dgm:pt>
    <dgm:pt modelId="{1718A1A2-E7E8-4D2A-829B-1754FF798D2A}" type="parTrans" cxnId="{0C188783-37CE-4F4F-8011-0053B717647F}">
      <dgm:prSet/>
      <dgm:spPr/>
      <dgm:t>
        <a:bodyPr/>
        <a:lstStyle/>
        <a:p>
          <a:endParaRPr lang="en-US"/>
        </a:p>
      </dgm:t>
    </dgm:pt>
    <dgm:pt modelId="{0BE819F2-E2D5-4CE8-A1CC-815D41CB39C7}" type="sibTrans" cxnId="{0C188783-37CE-4F4F-8011-0053B717647F}">
      <dgm:prSet/>
      <dgm:spPr/>
      <dgm:t>
        <a:bodyPr/>
        <a:lstStyle/>
        <a:p>
          <a:endParaRPr lang="en-US"/>
        </a:p>
      </dgm:t>
    </dgm:pt>
    <dgm:pt modelId="{1CDE7239-C62E-45E8-AF97-B44E15A60BD4}">
      <dgm:prSet/>
      <dgm:spPr/>
      <dgm:t>
        <a:bodyPr/>
        <a:lstStyle/>
        <a:p>
          <a:r>
            <a:rPr lang="en-US"/>
            <a:t>Filters</a:t>
          </a:r>
        </a:p>
      </dgm:t>
    </dgm:pt>
    <dgm:pt modelId="{16AF6DFE-27FE-4837-BC78-2FEA19A73B0E}" type="parTrans" cxnId="{2578277C-071B-479C-AD5A-4AE654400908}">
      <dgm:prSet/>
      <dgm:spPr/>
      <dgm:t>
        <a:bodyPr/>
        <a:lstStyle/>
        <a:p>
          <a:endParaRPr lang="en-US"/>
        </a:p>
      </dgm:t>
    </dgm:pt>
    <dgm:pt modelId="{5960D8D9-F18A-49B5-BD1B-8556344BBB43}" type="sibTrans" cxnId="{2578277C-071B-479C-AD5A-4AE654400908}">
      <dgm:prSet/>
      <dgm:spPr/>
      <dgm:t>
        <a:bodyPr/>
        <a:lstStyle/>
        <a:p>
          <a:endParaRPr lang="en-US"/>
        </a:p>
      </dgm:t>
    </dgm:pt>
    <dgm:pt modelId="{5482F01F-BDA0-450C-88EF-E8EAF475DAF0}">
      <dgm:prSet/>
      <dgm:spPr/>
      <dgm:t>
        <a:bodyPr/>
        <a:lstStyle/>
        <a:p>
          <a:r>
            <a:rPr lang="en-US"/>
            <a:t>Comparator</a:t>
          </a:r>
        </a:p>
      </dgm:t>
    </dgm:pt>
    <dgm:pt modelId="{E909171D-5226-4439-B4C5-7B6DE8E2790C}" type="parTrans" cxnId="{FA4CFBA8-31AA-4574-94BD-2D4C726A234B}">
      <dgm:prSet/>
      <dgm:spPr/>
      <dgm:t>
        <a:bodyPr/>
        <a:lstStyle/>
        <a:p>
          <a:endParaRPr lang="en-US"/>
        </a:p>
      </dgm:t>
    </dgm:pt>
    <dgm:pt modelId="{E9987FE5-FE10-43FE-91CD-C854277FFC35}" type="sibTrans" cxnId="{FA4CFBA8-31AA-4574-94BD-2D4C726A234B}">
      <dgm:prSet/>
      <dgm:spPr/>
      <dgm:t>
        <a:bodyPr/>
        <a:lstStyle/>
        <a:p>
          <a:endParaRPr lang="en-US"/>
        </a:p>
      </dgm:t>
    </dgm:pt>
    <dgm:pt modelId="{F21F0195-A1EE-4CBB-B7B0-09D529993498}">
      <dgm:prSet/>
      <dgm:spPr/>
      <dgm:t>
        <a:bodyPr/>
        <a:lstStyle/>
        <a:p>
          <a:r>
            <a:rPr lang="en-US"/>
            <a:t>Example</a:t>
          </a:r>
        </a:p>
      </dgm:t>
    </dgm:pt>
    <dgm:pt modelId="{144E5684-49AC-4B13-8BF9-365F56D0C77A}" type="parTrans" cxnId="{FA59C70B-7D92-4F78-9E95-DB72852603F3}">
      <dgm:prSet/>
      <dgm:spPr/>
      <dgm:t>
        <a:bodyPr/>
        <a:lstStyle/>
        <a:p>
          <a:endParaRPr lang="en-US"/>
        </a:p>
      </dgm:t>
    </dgm:pt>
    <dgm:pt modelId="{1E9DF2C6-7E85-47B2-8D45-7AE36D4C91D0}" type="sibTrans" cxnId="{FA59C70B-7D92-4F78-9E95-DB72852603F3}">
      <dgm:prSet/>
      <dgm:spPr/>
      <dgm:t>
        <a:bodyPr/>
        <a:lstStyle/>
        <a:p>
          <a:endParaRPr lang="en-US"/>
        </a:p>
      </dgm:t>
    </dgm:pt>
    <dgm:pt modelId="{40AF0491-3910-467D-89BA-61E0BCA5BE58}">
      <dgm:prSet/>
      <dgm:spPr/>
      <dgm:t>
        <a:bodyPr/>
        <a:lstStyle/>
        <a:p>
          <a:r>
            <a:rPr lang="en-US"/>
            <a:t>Reset handle</a:t>
          </a:r>
        </a:p>
      </dgm:t>
    </dgm:pt>
    <dgm:pt modelId="{3F8550AA-E257-4E17-A7EE-E9BA9F0243F5}" type="parTrans" cxnId="{E8D6E4D9-D179-4181-8E98-018CA519D636}">
      <dgm:prSet/>
      <dgm:spPr/>
      <dgm:t>
        <a:bodyPr/>
        <a:lstStyle/>
        <a:p>
          <a:endParaRPr lang="en-US"/>
        </a:p>
      </dgm:t>
    </dgm:pt>
    <dgm:pt modelId="{F106E401-0CC8-42C6-B5AF-8636C3AF5F8A}" type="sibTrans" cxnId="{E8D6E4D9-D179-4181-8E98-018CA519D636}">
      <dgm:prSet/>
      <dgm:spPr/>
      <dgm:t>
        <a:bodyPr/>
        <a:lstStyle/>
        <a:p>
          <a:endParaRPr lang="en-US"/>
        </a:p>
      </dgm:t>
    </dgm:pt>
    <dgm:pt modelId="{0FEDAA7C-8684-43A6-92AB-08C916E9A7C5}">
      <dgm:prSet/>
      <dgm:spPr/>
      <dgm:t>
        <a:bodyPr/>
        <a:lstStyle/>
        <a:p>
          <a:r>
            <a:rPr lang="en-US"/>
            <a:t>Item movement</a:t>
          </a:r>
        </a:p>
      </dgm:t>
    </dgm:pt>
    <dgm:pt modelId="{AE66B723-FB66-46D9-B3A1-FF95281097C0}" type="sibTrans" cxnId="{1352000B-474A-4FE7-A2A3-71D5965CFA07}">
      <dgm:prSet/>
      <dgm:spPr/>
      <dgm:t>
        <a:bodyPr/>
        <a:lstStyle/>
        <a:p>
          <a:endParaRPr lang="en-US"/>
        </a:p>
      </dgm:t>
    </dgm:pt>
    <dgm:pt modelId="{0D91CF20-8DD1-41D8-AA5F-CD29446F63AD}" type="parTrans" cxnId="{1352000B-474A-4FE7-A2A3-71D5965CFA07}">
      <dgm:prSet/>
      <dgm:spPr/>
      <dgm:t>
        <a:bodyPr/>
        <a:lstStyle/>
        <a:p>
          <a:endParaRPr lang="en-US"/>
        </a:p>
      </dgm:t>
    </dgm:pt>
    <dgm:pt modelId="{ECE7161A-4DFA-404B-8669-EA4CCC26DE4F}" type="pres">
      <dgm:prSet presAssocID="{7C664B52-5882-4853-AC0B-17D82B138D9B}" presName="linear" presStyleCnt="0">
        <dgm:presLayoutVars>
          <dgm:animLvl val="lvl"/>
          <dgm:resizeHandles val="exact"/>
        </dgm:presLayoutVars>
      </dgm:prSet>
      <dgm:spPr/>
    </dgm:pt>
    <dgm:pt modelId="{03206AA8-E8E2-4498-9F23-FE1E66E42DE2}" type="pres">
      <dgm:prSet presAssocID="{54913FFD-5C44-4C80-B48C-239A5F550E9C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380B62D-8982-477E-BD51-1D696AE76564}" type="pres">
      <dgm:prSet presAssocID="{CAFD49B3-472E-492E-B48B-290A5840B2FB}" presName="spacer" presStyleCnt="0"/>
      <dgm:spPr/>
    </dgm:pt>
    <dgm:pt modelId="{354A92AA-B4E3-484F-8C41-8597F2A53E98}" type="pres">
      <dgm:prSet presAssocID="{B0596FC4-D83E-43AD-A9EB-2CE7ACCCADD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3F63DEB-3872-4D4D-9C9E-75BF2E673D88}" type="pres">
      <dgm:prSet presAssocID="{4C8247FD-DB1B-4CD7-BCA7-F370AF220B38}" presName="spacer" presStyleCnt="0"/>
      <dgm:spPr/>
    </dgm:pt>
    <dgm:pt modelId="{8BF8A17E-1721-4FE2-AEDE-4856BD872EDA}" type="pres">
      <dgm:prSet presAssocID="{0FEDAA7C-8684-43A6-92AB-08C916E9A7C5}" presName="parentText" presStyleLbl="node1" presStyleIdx="2" presStyleCnt="8" custLinFactNeighborX="-452">
        <dgm:presLayoutVars>
          <dgm:chMax val="0"/>
          <dgm:bulletEnabled val="1"/>
        </dgm:presLayoutVars>
      </dgm:prSet>
      <dgm:spPr/>
    </dgm:pt>
    <dgm:pt modelId="{9C12646F-3359-43F0-8AD3-B6BA139B7AF0}" type="pres">
      <dgm:prSet presAssocID="{AE66B723-FB66-46D9-B3A1-FF95281097C0}" presName="spacer" presStyleCnt="0"/>
      <dgm:spPr/>
    </dgm:pt>
    <dgm:pt modelId="{5C2BDFC1-A8F0-4745-AB12-F8301569410A}" type="pres">
      <dgm:prSet presAssocID="{7185EA91-7A3F-4A27-897D-C309F1EF7F6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8D7BACAB-07E8-43F0-8C58-21960B8A4EA1}" type="pres">
      <dgm:prSet presAssocID="{0BE819F2-E2D5-4CE8-A1CC-815D41CB39C7}" presName="spacer" presStyleCnt="0"/>
      <dgm:spPr/>
    </dgm:pt>
    <dgm:pt modelId="{364765EF-0CED-43E4-BEE4-ED455F8071F1}" type="pres">
      <dgm:prSet presAssocID="{1CDE7239-C62E-45E8-AF97-B44E15A60BD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1F07231-8AF7-4A1E-A352-8B1FB0554536}" type="pres">
      <dgm:prSet presAssocID="{5960D8D9-F18A-49B5-BD1B-8556344BBB43}" presName="spacer" presStyleCnt="0"/>
      <dgm:spPr/>
    </dgm:pt>
    <dgm:pt modelId="{61AB6265-4B1E-4AB3-9D54-43742772A445}" type="pres">
      <dgm:prSet presAssocID="{5482F01F-BDA0-450C-88EF-E8EAF475DAF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3173963-6B30-4504-8E53-5A6C37C8C807}" type="pres">
      <dgm:prSet presAssocID="{E9987FE5-FE10-43FE-91CD-C854277FFC35}" presName="spacer" presStyleCnt="0"/>
      <dgm:spPr/>
    </dgm:pt>
    <dgm:pt modelId="{B4FD3B94-4DB6-4452-9664-0AFC75B4EE96}" type="pres">
      <dgm:prSet presAssocID="{F21F0195-A1EE-4CBB-B7B0-09D52999349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AEDE2485-DC0D-48AC-8A67-6ADF41F7086B}" type="pres">
      <dgm:prSet presAssocID="{1E9DF2C6-7E85-47B2-8D45-7AE36D4C91D0}" presName="spacer" presStyleCnt="0"/>
      <dgm:spPr/>
    </dgm:pt>
    <dgm:pt modelId="{70AC4094-0C99-4F52-B70F-AD05E581FBD3}" type="pres">
      <dgm:prSet presAssocID="{40AF0491-3910-467D-89BA-61E0BCA5BE5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1352000B-474A-4FE7-A2A3-71D5965CFA07}" srcId="{7C664B52-5882-4853-AC0B-17D82B138D9B}" destId="{0FEDAA7C-8684-43A6-92AB-08C916E9A7C5}" srcOrd="2" destOrd="0" parTransId="{0D91CF20-8DD1-41D8-AA5F-CD29446F63AD}" sibTransId="{AE66B723-FB66-46D9-B3A1-FF95281097C0}"/>
    <dgm:cxn modelId="{FA59C70B-7D92-4F78-9E95-DB72852603F3}" srcId="{7C664B52-5882-4853-AC0B-17D82B138D9B}" destId="{F21F0195-A1EE-4CBB-B7B0-09D529993498}" srcOrd="6" destOrd="0" parTransId="{144E5684-49AC-4B13-8BF9-365F56D0C77A}" sibTransId="{1E9DF2C6-7E85-47B2-8D45-7AE36D4C91D0}"/>
    <dgm:cxn modelId="{A1C6FD10-2E9F-45C4-A31B-35B082FED9F2}" type="presOf" srcId="{7185EA91-7A3F-4A27-897D-C309F1EF7F63}" destId="{5C2BDFC1-A8F0-4745-AB12-F8301569410A}" srcOrd="0" destOrd="0" presId="urn:microsoft.com/office/officeart/2005/8/layout/vList2"/>
    <dgm:cxn modelId="{9344652B-82A1-4B2D-A32D-61412CF3EE60}" type="presOf" srcId="{5482F01F-BDA0-450C-88EF-E8EAF475DAF0}" destId="{61AB6265-4B1E-4AB3-9D54-43742772A445}" srcOrd="0" destOrd="0" presId="urn:microsoft.com/office/officeart/2005/8/layout/vList2"/>
    <dgm:cxn modelId="{34BD8F3F-F14B-417B-8CBE-8808314B170C}" type="presOf" srcId="{B0596FC4-D83E-43AD-A9EB-2CE7ACCCADDB}" destId="{354A92AA-B4E3-484F-8C41-8597F2A53E98}" srcOrd="0" destOrd="0" presId="urn:microsoft.com/office/officeart/2005/8/layout/vList2"/>
    <dgm:cxn modelId="{24F73A70-E4D1-48D8-A314-CAEA69C16859}" type="presOf" srcId="{54913FFD-5C44-4C80-B48C-239A5F550E9C}" destId="{03206AA8-E8E2-4498-9F23-FE1E66E42DE2}" srcOrd="0" destOrd="0" presId="urn:microsoft.com/office/officeart/2005/8/layout/vList2"/>
    <dgm:cxn modelId="{7D957F73-2CA7-4920-98B4-A44BD48545BF}" srcId="{7C664B52-5882-4853-AC0B-17D82B138D9B}" destId="{54913FFD-5C44-4C80-B48C-239A5F550E9C}" srcOrd="0" destOrd="0" parTransId="{FF9AFA91-9863-4E5D-A314-1F792E057444}" sibTransId="{CAFD49B3-472E-492E-B48B-290A5840B2FB}"/>
    <dgm:cxn modelId="{5E245457-9782-4691-85E5-8CEBB23B818E}" type="presOf" srcId="{7C664B52-5882-4853-AC0B-17D82B138D9B}" destId="{ECE7161A-4DFA-404B-8669-EA4CCC26DE4F}" srcOrd="0" destOrd="0" presId="urn:microsoft.com/office/officeart/2005/8/layout/vList2"/>
    <dgm:cxn modelId="{1550BD57-F777-4773-8A7E-263CD11D9BB4}" type="presOf" srcId="{0FEDAA7C-8684-43A6-92AB-08C916E9A7C5}" destId="{8BF8A17E-1721-4FE2-AEDE-4856BD872EDA}" srcOrd="0" destOrd="0" presId="urn:microsoft.com/office/officeart/2005/8/layout/vList2"/>
    <dgm:cxn modelId="{2578277C-071B-479C-AD5A-4AE654400908}" srcId="{7C664B52-5882-4853-AC0B-17D82B138D9B}" destId="{1CDE7239-C62E-45E8-AF97-B44E15A60BD4}" srcOrd="4" destOrd="0" parTransId="{16AF6DFE-27FE-4837-BC78-2FEA19A73B0E}" sibTransId="{5960D8D9-F18A-49B5-BD1B-8556344BBB43}"/>
    <dgm:cxn modelId="{C2164983-F3E8-44DD-A402-34469486F383}" type="presOf" srcId="{40AF0491-3910-467D-89BA-61E0BCA5BE58}" destId="{70AC4094-0C99-4F52-B70F-AD05E581FBD3}" srcOrd="0" destOrd="0" presId="urn:microsoft.com/office/officeart/2005/8/layout/vList2"/>
    <dgm:cxn modelId="{0C188783-37CE-4F4F-8011-0053B717647F}" srcId="{7C664B52-5882-4853-AC0B-17D82B138D9B}" destId="{7185EA91-7A3F-4A27-897D-C309F1EF7F63}" srcOrd="3" destOrd="0" parTransId="{1718A1A2-E7E8-4D2A-829B-1754FF798D2A}" sibTransId="{0BE819F2-E2D5-4CE8-A1CC-815D41CB39C7}"/>
    <dgm:cxn modelId="{FAD493A5-00FB-4CC2-9A10-357B46BDC1C8}" type="presOf" srcId="{1CDE7239-C62E-45E8-AF97-B44E15A60BD4}" destId="{364765EF-0CED-43E4-BEE4-ED455F8071F1}" srcOrd="0" destOrd="0" presId="urn:microsoft.com/office/officeart/2005/8/layout/vList2"/>
    <dgm:cxn modelId="{FA4CFBA8-31AA-4574-94BD-2D4C726A234B}" srcId="{7C664B52-5882-4853-AC0B-17D82B138D9B}" destId="{5482F01F-BDA0-450C-88EF-E8EAF475DAF0}" srcOrd="5" destOrd="0" parTransId="{E909171D-5226-4439-B4C5-7B6DE8E2790C}" sibTransId="{E9987FE5-FE10-43FE-91CD-C854277FFC35}"/>
    <dgm:cxn modelId="{C0928CD3-FD40-49E2-AAF5-954FE7844A25}" srcId="{7C664B52-5882-4853-AC0B-17D82B138D9B}" destId="{B0596FC4-D83E-43AD-A9EB-2CE7ACCCADDB}" srcOrd="1" destOrd="0" parTransId="{6DAFA600-D4A0-47E4-A699-AE442A5FD4B8}" sibTransId="{4C8247FD-DB1B-4CD7-BCA7-F370AF220B38}"/>
    <dgm:cxn modelId="{E8D6E4D9-D179-4181-8E98-018CA519D636}" srcId="{7C664B52-5882-4853-AC0B-17D82B138D9B}" destId="{40AF0491-3910-467D-89BA-61E0BCA5BE58}" srcOrd="7" destOrd="0" parTransId="{3F8550AA-E257-4E17-A7EE-E9BA9F0243F5}" sibTransId="{F106E401-0CC8-42C6-B5AF-8636C3AF5F8A}"/>
    <dgm:cxn modelId="{965521F4-7453-457E-AE3F-A0F8C1F71290}" type="presOf" srcId="{F21F0195-A1EE-4CBB-B7B0-09D529993498}" destId="{B4FD3B94-4DB6-4452-9664-0AFC75B4EE96}" srcOrd="0" destOrd="0" presId="urn:microsoft.com/office/officeart/2005/8/layout/vList2"/>
    <dgm:cxn modelId="{CB6DB46D-CC2E-468C-A78A-12890FF64200}" type="presParOf" srcId="{ECE7161A-4DFA-404B-8669-EA4CCC26DE4F}" destId="{03206AA8-E8E2-4498-9F23-FE1E66E42DE2}" srcOrd="0" destOrd="0" presId="urn:microsoft.com/office/officeart/2005/8/layout/vList2"/>
    <dgm:cxn modelId="{537D23F1-8A62-4706-A42C-31B4CAC129E4}" type="presParOf" srcId="{ECE7161A-4DFA-404B-8669-EA4CCC26DE4F}" destId="{9380B62D-8982-477E-BD51-1D696AE76564}" srcOrd="1" destOrd="0" presId="urn:microsoft.com/office/officeart/2005/8/layout/vList2"/>
    <dgm:cxn modelId="{B9D9CDB6-8A80-4798-B817-1DDBF7D7E36E}" type="presParOf" srcId="{ECE7161A-4DFA-404B-8669-EA4CCC26DE4F}" destId="{354A92AA-B4E3-484F-8C41-8597F2A53E98}" srcOrd="2" destOrd="0" presId="urn:microsoft.com/office/officeart/2005/8/layout/vList2"/>
    <dgm:cxn modelId="{BF032AF9-D323-4E88-93E7-E9CF988829D3}" type="presParOf" srcId="{ECE7161A-4DFA-404B-8669-EA4CCC26DE4F}" destId="{33F63DEB-3872-4D4D-9C9E-75BF2E673D88}" srcOrd="3" destOrd="0" presId="urn:microsoft.com/office/officeart/2005/8/layout/vList2"/>
    <dgm:cxn modelId="{8748B473-AB41-4B05-8FF1-FB9062A30A97}" type="presParOf" srcId="{ECE7161A-4DFA-404B-8669-EA4CCC26DE4F}" destId="{8BF8A17E-1721-4FE2-AEDE-4856BD872EDA}" srcOrd="4" destOrd="0" presId="urn:microsoft.com/office/officeart/2005/8/layout/vList2"/>
    <dgm:cxn modelId="{406BD772-C3A8-4E3E-9466-0950E30F3F45}" type="presParOf" srcId="{ECE7161A-4DFA-404B-8669-EA4CCC26DE4F}" destId="{9C12646F-3359-43F0-8AD3-B6BA139B7AF0}" srcOrd="5" destOrd="0" presId="urn:microsoft.com/office/officeart/2005/8/layout/vList2"/>
    <dgm:cxn modelId="{1354A614-81B7-487E-9B6D-6C923D06FCB3}" type="presParOf" srcId="{ECE7161A-4DFA-404B-8669-EA4CCC26DE4F}" destId="{5C2BDFC1-A8F0-4745-AB12-F8301569410A}" srcOrd="6" destOrd="0" presId="urn:microsoft.com/office/officeart/2005/8/layout/vList2"/>
    <dgm:cxn modelId="{2C3B5B16-BD3F-47F0-8C55-8CE0230C33FE}" type="presParOf" srcId="{ECE7161A-4DFA-404B-8669-EA4CCC26DE4F}" destId="{8D7BACAB-07E8-43F0-8C58-21960B8A4EA1}" srcOrd="7" destOrd="0" presId="urn:microsoft.com/office/officeart/2005/8/layout/vList2"/>
    <dgm:cxn modelId="{B68EBFB6-2088-4B20-8A6B-8515F3AD0E7D}" type="presParOf" srcId="{ECE7161A-4DFA-404B-8669-EA4CCC26DE4F}" destId="{364765EF-0CED-43E4-BEE4-ED455F8071F1}" srcOrd="8" destOrd="0" presId="urn:microsoft.com/office/officeart/2005/8/layout/vList2"/>
    <dgm:cxn modelId="{B6E25674-D0D0-4551-B350-421207D0A463}" type="presParOf" srcId="{ECE7161A-4DFA-404B-8669-EA4CCC26DE4F}" destId="{C1F07231-8AF7-4A1E-A352-8B1FB0554536}" srcOrd="9" destOrd="0" presId="urn:microsoft.com/office/officeart/2005/8/layout/vList2"/>
    <dgm:cxn modelId="{286A58D1-6C0F-42F0-A447-C74628304FFC}" type="presParOf" srcId="{ECE7161A-4DFA-404B-8669-EA4CCC26DE4F}" destId="{61AB6265-4B1E-4AB3-9D54-43742772A445}" srcOrd="10" destOrd="0" presId="urn:microsoft.com/office/officeart/2005/8/layout/vList2"/>
    <dgm:cxn modelId="{89FB7E18-42F1-4878-B21E-B662B266E1AF}" type="presParOf" srcId="{ECE7161A-4DFA-404B-8669-EA4CCC26DE4F}" destId="{83173963-6B30-4504-8E53-5A6C37C8C807}" srcOrd="11" destOrd="0" presId="urn:microsoft.com/office/officeart/2005/8/layout/vList2"/>
    <dgm:cxn modelId="{EF0ACDFD-9EC2-4964-834C-F3D433C7D4B7}" type="presParOf" srcId="{ECE7161A-4DFA-404B-8669-EA4CCC26DE4F}" destId="{B4FD3B94-4DB6-4452-9664-0AFC75B4EE96}" srcOrd="12" destOrd="0" presId="urn:microsoft.com/office/officeart/2005/8/layout/vList2"/>
    <dgm:cxn modelId="{D2023D7D-FC8A-4A5B-8545-572D202EEA10}" type="presParOf" srcId="{ECE7161A-4DFA-404B-8669-EA4CCC26DE4F}" destId="{AEDE2485-DC0D-48AC-8A67-6ADF41F7086B}" srcOrd="13" destOrd="0" presId="urn:microsoft.com/office/officeart/2005/8/layout/vList2"/>
    <dgm:cxn modelId="{578C21BA-7DC0-4370-98E5-89456D30344C}" type="presParOf" srcId="{ECE7161A-4DFA-404B-8669-EA4CCC26DE4F}" destId="{70AC4094-0C99-4F52-B70F-AD05E581FBD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664B52-5882-4853-AC0B-17D82B138D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0596FC4-D83E-43AD-A9EB-2CE7ACCCADDB}">
      <dgm:prSet/>
      <dgm:spPr/>
      <dgm:t>
        <a:bodyPr/>
        <a:lstStyle/>
        <a:p>
          <a:r>
            <a:rPr lang="en-US"/>
            <a:t>APB assertions</a:t>
          </a:r>
        </a:p>
      </dgm:t>
    </dgm:pt>
    <dgm:pt modelId="{6DAFA600-D4A0-47E4-A699-AE442A5FD4B8}" type="parTrans" cxnId="{C0928CD3-FD40-49E2-AAF5-954FE7844A25}">
      <dgm:prSet/>
      <dgm:spPr/>
      <dgm:t>
        <a:bodyPr/>
        <a:lstStyle/>
        <a:p>
          <a:endParaRPr lang="en-US"/>
        </a:p>
      </dgm:t>
    </dgm:pt>
    <dgm:pt modelId="{4C8247FD-DB1B-4CD7-BCA7-F370AF220B38}" type="sibTrans" cxnId="{C0928CD3-FD40-49E2-AAF5-954FE7844A25}">
      <dgm:prSet/>
      <dgm:spPr/>
      <dgm:t>
        <a:bodyPr/>
        <a:lstStyle/>
        <a:p>
          <a:endParaRPr lang="en-US"/>
        </a:p>
      </dgm:t>
    </dgm:pt>
    <dgm:pt modelId="{7185EA91-7A3F-4A27-897D-C309F1EF7F63}">
      <dgm:prSet/>
      <dgm:spPr/>
      <dgm:t>
        <a:bodyPr/>
        <a:lstStyle/>
        <a:p>
          <a:r>
            <a:rPr lang="en-US"/>
            <a:t>Bridge assertions</a:t>
          </a:r>
        </a:p>
      </dgm:t>
    </dgm:pt>
    <dgm:pt modelId="{1718A1A2-E7E8-4D2A-829B-1754FF798D2A}" type="parTrans" cxnId="{0C188783-37CE-4F4F-8011-0053B717647F}">
      <dgm:prSet/>
      <dgm:spPr/>
      <dgm:t>
        <a:bodyPr/>
        <a:lstStyle/>
        <a:p>
          <a:endParaRPr lang="en-US"/>
        </a:p>
      </dgm:t>
    </dgm:pt>
    <dgm:pt modelId="{0BE819F2-E2D5-4CE8-A1CC-815D41CB39C7}" type="sibTrans" cxnId="{0C188783-37CE-4F4F-8011-0053B717647F}">
      <dgm:prSet/>
      <dgm:spPr/>
      <dgm:t>
        <a:bodyPr/>
        <a:lstStyle/>
        <a:p>
          <a:endParaRPr lang="en-US"/>
        </a:p>
      </dgm:t>
    </dgm:pt>
    <dgm:pt modelId="{0FEDAA7C-8684-43A6-92AB-08C916E9A7C5}">
      <dgm:prSet/>
      <dgm:spPr/>
      <dgm:t>
        <a:bodyPr/>
        <a:lstStyle/>
        <a:p>
          <a:r>
            <a:rPr lang="en-US"/>
            <a:t>AHB assertions</a:t>
          </a:r>
        </a:p>
      </dgm:t>
    </dgm:pt>
    <dgm:pt modelId="{AE66B723-FB66-46D9-B3A1-FF95281097C0}" type="sibTrans" cxnId="{1352000B-474A-4FE7-A2A3-71D5965CFA07}">
      <dgm:prSet/>
      <dgm:spPr/>
      <dgm:t>
        <a:bodyPr/>
        <a:lstStyle/>
        <a:p>
          <a:endParaRPr lang="en-US"/>
        </a:p>
      </dgm:t>
    </dgm:pt>
    <dgm:pt modelId="{0D91CF20-8DD1-41D8-AA5F-CD29446F63AD}" type="parTrans" cxnId="{1352000B-474A-4FE7-A2A3-71D5965CFA07}">
      <dgm:prSet/>
      <dgm:spPr/>
      <dgm:t>
        <a:bodyPr/>
        <a:lstStyle/>
        <a:p>
          <a:endParaRPr lang="en-US"/>
        </a:p>
      </dgm:t>
    </dgm:pt>
    <dgm:pt modelId="{ECE7161A-4DFA-404B-8669-EA4CCC26DE4F}" type="pres">
      <dgm:prSet presAssocID="{7C664B52-5882-4853-AC0B-17D82B138D9B}" presName="linear" presStyleCnt="0">
        <dgm:presLayoutVars>
          <dgm:animLvl val="lvl"/>
          <dgm:resizeHandles val="exact"/>
        </dgm:presLayoutVars>
      </dgm:prSet>
      <dgm:spPr/>
    </dgm:pt>
    <dgm:pt modelId="{354A92AA-B4E3-484F-8C41-8597F2A53E98}" type="pres">
      <dgm:prSet presAssocID="{B0596FC4-D83E-43AD-A9EB-2CE7ACCCADD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3F63DEB-3872-4D4D-9C9E-75BF2E673D88}" type="pres">
      <dgm:prSet presAssocID="{4C8247FD-DB1B-4CD7-BCA7-F370AF220B38}" presName="spacer" presStyleCnt="0"/>
      <dgm:spPr/>
    </dgm:pt>
    <dgm:pt modelId="{8BF8A17E-1721-4FE2-AEDE-4856BD872EDA}" type="pres">
      <dgm:prSet presAssocID="{0FEDAA7C-8684-43A6-92AB-08C916E9A7C5}" presName="parentText" presStyleLbl="node1" presStyleIdx="1" presStyleCnt="3" custLinFactNeighborX="-452">
        <dgm:presLayoutVars>
          <dgm:chMax val="0"/>
          <dgm:bulletEnabled val="1"/>
        </dgm:presLayoutVars>
      </dgm:prSet>
      <dgm:spPr/>
    </dgm:pt>
    <dgm:pt modelId="{9C12646F-3359-43F0-8AD3-B6BA139B7AF0}" type="pres">
      <dgm:prSet presAssocID="{AE66B723-FB66-46D9-B3A1-FF95281097C0}" presName="spacer" presStyleCnt="0"/>
      <dgm:spPr/>
    </dgm:pt>
    <dgm:pt modelId="{5C2BDFC1-A8F0-4745-AB12-F8301569410A}" type="pres">
      <dgm:prSet presAssocID="{7185EA91-7A3F-4A27-897D-C309F1EF7F6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52000B-474A-4FE7-A2A3-71D5965CFA07}" srcId="{7C664B52-5882-4853-AC0B-17D82B138D9B}" destId="{0FEDAA7C-8684-43A6-92AB-08C916E9A7C5}" srcOrd="1" destOrd="0" parTransId="{0D91CF20-8DD1-41D8-AA5F-CD29446F63AD}" sibTransId="{AE66B723-FB66-46D9-B3A1-FF95281097C0}"/>
    <dgm:cxn modelId="{A1C6FD10-2E9F-45C4-A31B-35B082FED9F2}" type="presOf" srcId="{7185EA91-7A3F-4A27-897D-C309F1EF7F63}" destId="{5C2BDFC1-A8F0-4745-AB12-F8301569410A}" srcOrd="0" destOrd="0" presId="urn:microsoft.com/office/officeart/2005/8/layout/vList2"/>
    <dgm:cxn modelId="{34BD8F3F-F14B-417B-8CBE-8808314B170C}" type="presOf" srcId="{B0596FC4-D83E-43AD-A9EB-2CE7ACCCADDB}" destId="{354A92AA-B4E3-484F-8C41-8597F2A53E98}" srcOrd="0" destOrd="0" presId="urn:microsoft.com/office/officeart/2005/8/layout/vList2"/>
    <dgm:cxn modelId="{5E245457-9782-4691-85E5-8CEBB23B818E}" type="presOf" srcId="{7C664B52-5882-4853-AC0B-17D82B138D9B}" destId="{ECE7161A-4DFA-404B-8669-EA4CCC26DE4F}" srcOrd="0" destOrd="0" presId="urn:microsoft.com/office/officeart/2005/8/layout/vList2"/>
    <dgm:cxn modelId="{1550BD57-F777-4773-8A7E-263CD11D9BB4}" type="presOf" srcId="{0FEDAA7C-8684-43A6-92AB-08C916E9A7C5}" destId="{8BF8A17E-1721-4FE2-AEDE-4856BD872EDA}" srcOrd="0" destOrd="0" presId="urn:microsoft.com/office/officeart/2005/8/layout/vList2"/>
    <dgm:cxn modelId="{0C188783-37CE-4F4F-8011-0053B717647F}" srcId="{7C664B52-5882-4853-AC0B-17D82B138D9B}" destId="{7185EA91-7A3F-4A27-897D-C309F1EF7F63}" srcOrd="2" destOrd="0" parTransId="{1718A1A2-E7E8-4D2A-829B-1754FF798D2A}" sibTransId="{0BE819F2-E2D5-4CE8-A1CC-815D41CB39C7}"/>
    <dgm:cxn modelId="{C0928CD3-FD40-49E2-AAF5-954FE7844A25}" srcId="{7C664B52-5882-4853-AC0B-17D82B138D9B}" destId="{B0596FC4-D83E-43AD-A9EB-2CE7ACCCADDB}" srcOrd="0" destOrd="0" parTransId="{6DAFA600-D4A0-47E4-A699-AE442A5FD4B8}" sibTransId="{4C8247FD-DB1B-4CD7-BCA7-F370AF220B38}"/>
    <dgm:cxn modelId="{B9D9CDB6-8A80-4798-B817-1DDBF7D7E36E}" type="presParOf" srcId="{ECE7161A-4DFA-404B-8669-EA4CCC26DE4F}" destId="{354A92AA-B4E3-484F-8C41-8597F2A53E98}" srcOrd="0" destOrd="0" presId="urn:microsoft.com/office/officeart/2005/8/layout/vList2"/>
    <dgm:cxn modelId="{BF032AF9-D323-4E88-93E7-E9CF988829D3}" type="presParOf" srcId="{ECE7161A-4DFA-404B-8669-EA4CCC26DE4F}" destId="{33F63DEB-3872-4D4D-9C9E-75BF2E673D88}" srcOrd="1" destOrd="0" presId="urn:microsoft.com/office/officeart/2005/8/layout/vList2"/>
    <dgm:cxn modelId="{8748B473-AB41-4B05-8FF1-FB9062A30A97}" type="presParOf" srcId="{ECE7161A-4DFA-404B-8669-EA4CCC26DE4F}" destId="{8BF8A17E-1721-4FE2-AEDE-4856BD872EDA}" srcOrd="2" destOrd="0" presId="urn:microsoft.com/office/officeart/2005/8/layout/vList2"/>
    <dgm:cxn modelId="{406BD772-C3A8-4E3E-9466-0950E30F3F45}" type="presParOf" srcId="{ECE7161A-4DFA-404B-8669-EA4CCC26DE4F}" destId="{9C12646F-3359-43F0-8AD3-B6BA139B7AF0}" srcOrd="3" destOrd="0" presId="urn:microsoft.com/office/officeart/2005/8/layout/vList2"/>
    <dgm:cxn modelId="{1354A614-81B7-487E-9B6D-6C923D06FCB3}" type="presParOf" srcId="{ECE7161A-4DFA-404B-8669-EA4CCC26DE4F}" destId="{5C2BDFC1-A8F0-4745-AB12-F8301569410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665AC9-F366-4A80-A62D-DEBD7D2FF5F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B7457D-7628-4BB4-BE7A-B81FA6DBA275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3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Reset during access coverage</a:t>
          </a:r>
          <a:endParaRPr lang="en-US" sz="3200">
            <a:solidFill>
              <a:srgbClr val="FFFFFF"/>
            </a:solidFill>
            <a:ea typeface="+mn-ea"/>
            <a:cs typeface="+mn-cs"/>
          </a:endParaRPr>
        </a:p>
      </dgm:t>
    </dgm:pt>
    <dgm:pt modelId="{E312BEA6-18C6-44F7-901E-BD62CFD49C51}" type="parTrans" cxnId="{4DDCA16F-3337-44F0-BDFD-D32A0057F84F}">
      <dgm:prSet/>
      <dgm:spPr/>
      <dgm:t>
        <a:bodyPr/>
        <a:lstStyle/>
        <a:p>
          <a:endParaRPr lang="en-US"/>
        </a:p>
      </dgm:t>
    </dgm:pt>
    <dgm:pt modelId="{64DFA25E-92AC-42D8-9E6B-8F842052DF1D}" type="sibTrans" cxnId="{4DDCA16F-3337-44F0-BDFD-D32A0057F84F}">
      <dgm:prSet/>
      <dgm:spPr/>
      <dgm:t>
        <a:bodyPr/>
        <a:lstStyle/>
        <a:p>
          <a:endParaRPr lang="en-US"/>
        </a:p>
      </dgm:t>
    </dgm:pt>
    <dgm:pt modelId="{1DDDA4C6-7194-49A8-9260-4DB08C8CAB72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AHB coverage</a:t>
          </a:r>
          <a:endParaRPr lang="en-US" sz="3200">
            <a:solidFill>
              <a:srgbClr val="FFFFFF"/>
            </a:solidFill>
            <a:ea typeface="+mn-ea"/>
            <a:cs typeface="+mn-cs"/>
          </a:endParaRPr>
        </a:p>
      </dgm:t>
    </dgm:pt>
    <dgm:pt modelId="{8FD44C3D-9199-49C8-BF2B-58D8C4927BBD}" type="parTrans" cxnId="{8C321CC9-5065-4372-BAD1-7F2CEAAECB72}">
      <dgm:prSet/>
      <dgm:spPr/>
      <dgm:t>
        <a:bodyPr/>
        <a:lstStyle/>
        <a:p>
          <a:endParaRPr lang="en-US"/>
        </a:p>
      </dgm:t>
    </dgm:pt>
    <dgm:pt modelId="{F2355CA8-81C1-4778-AE9E-A1D76003AF01}" type="sibTrans" cxnId="{8C321CC9-5065-4372-BAD1-7F2CEAAECB72}">
      <dgm:prSet/>
      <dgm:spPr/>
      <dgm:t>
        <a:bodyPr/>
        <a:lstStyle/>
        <a:p>
          <a:endParaRPr lang="en-US"/>
        </a:p>
      </dgm:t>
    </dgm:pt>
    <dgm:pt modelId="{7DA4F08C-37A1-44A8-BC9A-979DBAAF1A6A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200" b="0" i="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APB</a:t>
          </a:r>
          <a:r>
            <a:rPr lang="en-US" sz="3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 coverage</a:t>
          </a:r>
          <a:endParaRPr lang="en-US" sz="3200">
            <a:solidFill>
              <a:srgbClr val="FFFFFF"/>
            </a:solidFill>
            <a:ea typeface="+mn-ea"/>
            <a:cs typeface="+mn-cs"/>
          </a:endParaRPr>
        </a:p>
      </dgm:t>
    </dgm:pt>
    <dgm:pt modelId="{A808B158-53DA-43BD-9BAF-ADA0932DFB82}" type="parTrans" cxnId="{0E82FFFA-3FAA-4D62-9329-E0460866B38B}">
      <dgm:prSet/>
      <dgm:spPr/>
      <dgm:t>
        <a:bodyPr/>
        <a:lstStyle/>
        <a:p>
          <a:endParaRPr lang="en-US"/>
        </a:p>
      </dgm:t>
    </dgm:pt>
    <dgm:pt modelId="{FD16C327-CFA6-4634-A9D2-4A4BAF6FEB12}" type="sibTrans" cxnId="{0E82FFFA-3FAA-4D62-9329-E0460866B38B}">
      <dgm:prSet/>
      <dgm:spPr/>
      <dgm:t>
        <a:bodyPr/>
        <a:lstStyle/>
        <a:p>
          <a:endParaRPr lang="en-US"/>
        </a:p>
      </dgm:t>
    </dgm:pt>
    <dgm:pt modelId="{772E9D88-F754-46F1-A1E7-DF51BBE28F61}">
      <dgm:prSet phldrT="[Text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Sampling one time at </a:t>
          </a:r>
          <a:r>
            <a:rPr lang="en-US" sz="3200" err="1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item_end</a:t>
          </a:r>
        </a:p>
      </dgm:t>
    </dgm:pt>
    <dgm:pt modelId="{437D35B9-83D7-4F9E-84A0-C66B4B878F49}" type="parTrans" cxnId="{A9708DCB-B469-4838-8AD7-2DAA4BAAF70E}">
      <dgm:prSet/>
      <dgm:spPr/>
    </dgm:pt>
    <dgm:pt modelId="{6E03BD03-DAC0-491D-B5D4-33C89927ABA6}" type="sibTrans" cxnId="{A9708DCB-B469-4838-8AD7-2DAA4BAAF70E}">
      <dgm:prSet/>
      <dgm:spPr/>
    </dgm:pt>
    <dgm:pt modelId="{CF58BF1E-39D1-4E15-95D6-B0840DD22741}" type="pres">
      <dgm:prSet presAssocID="{F5665AC9-F366-4A80-A62D-DEBD7D2FF5FD}" presName="linear" presStyleCnt="0">
        <dgm:presLayoutVars>
          <dgm:animLvl val="lvl"/>
          <dgm:resizeHandles val="exact"/>
        </dgm:presLayoutVars>
      </dgm:prSet>
      <dgm:spPr/>
    </dgm:pt>
    <dgm:pt modelId="{1BC7DCEF-32D4-4866-B064-D8076721CD58}" type="pres">
      <dgm:prSet presAssocID="{772E9D88-F754-46F1-A1E7-DF51BBE28F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960554-8F5E-4217-A2CD-A49A01609DC7}" type="pres">
      <dgm:prSet presAssocID="{6E03BD03-DAC0-491D-B5D4-33C89927ABA6}" presName="spacer" presStyleCnt="0"/>
      <dgm:spPr/>
    </dgm:pt>
    <dgm:pt modelId="{FFF1E0F4-E817-4DE6-B370-9112D4EB2212}" type="pres">
      <dgm:prSet presAssocID="{8AB7457D-7628-4BB4-BE7A-B81FA6DBA2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8CE918C-DE04-4EC4-816B-99FF5D908295}" type="pres">
      <dgm:prSet presAssocID="{64DFA25E-92AC-42D8-9E6B-8F842052DF1D}" presName="spacer" presStyleCnt="0"/>
      <dgm:spPr/>
    </dgm:pt>
    <dgm:pt modelId="{2BAB17B3-F716-4BD6-AEFE-9E258A305495}" type="pres">
      <dgm:prSet presAssocID="{1DDDA4C6-7194-49A8-9260-4DB08C8CAB7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CF26883-30CF-4057-8630-5A0670DBF38E}" type="pres">
      <dgm:prSet presAssocID="{F2355CA8-81C1-4778-AE9E-A1D76003AF01}" presName="spacer" presStyleCnt="0"/>
      <dgm:spPr/>
    </dgm:pt>
    <dgm:pt modelId="{29B196AB-65F6-49FC-97A4-4AA39D9DC22E}" type="pres">
      <dgm:prSet presAssocID="{7DA4F08C-37A1-44A8-BC9A-979DBAAF1A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72DF01-3217-4814-BFFE-9FBDB999F056}" type="presOf" srcId="{8AB7457D-7628-4BB4-BE7A-B81FA6DBA275}" destId="{FFF1E0F4-E817-4DE6-B370-9112D4EB2212}" srcOrd="0" destOrd="0" presId="urn:microsoft.com/office/officeart/2005/8/layout/vList2"/>
    <dgm:cxn modelId="{D555E431-784E-49EE-B55F-60D2B79EFAB6}" type="presOf" srcId="{772E9D88-F754-46F1-A1E7-DF51BBE28F61}" destId="{1BC7DCEF-32D4-4866-B064-D8076721CD58}" srcOrd="0" destOrd="0" presId="urn:microsoft.com/office/officeart/2005/8/layout/vList2"/>
    <dgm:cxn modelId="{F6D47D32-C03F-40FE-B3F9-F88687ACD0B4}" type="presOf" srcId="{7DA4F08C-37A1-44A8-BC9A-979DBAAF1A6A}" destId="{29B196AB-65F6-49FC-97A4-4AA39D9DC22E}" srcOrd="0" destOrd="0" presId="urn:microsoft.com/office/officeart/2005/8/layout/vList2"/>
    <dgm:cxn modelId="{9C1BC164-8E21-43F1-A222-C28D65ECFAFE}" type="presOf" srcId="{F5665AC9-F366-4A80-A62D-DEBD7D2FF5FD}" destId="{CF58BF1E-39D1-4E15-95D6-B0840DD22741}" srcOrd="0" destOrd="0" presId="urn:microsoft.com/office/officeart/2005/8/layout/vList2"/>
    <dgm:cxn modelId="{4DDCA16F-3337-44F0-BDFD-D32A0057F84F}" srcId="{F5665AC9-F366-4A80-A62D-DEBD7D2FF5FD}" destId="{8AB7457D-7628-4BB4-BE7A-B81FA6DBA275}" srcOrd="1" destOrd="0" parTransId="{E312BEA6-18C6-44F7-901E-BD62CFD49C51}" sibTransId="{64DFA25E-92AC-42D8-9E6B-8F842052DF1D}"/>
    <dgm:cxn modelId="{29A2D086-5393-45E4-94A4-F1207D7A6454}" type="presOf" srcId="{1DDDA4C6-7194-49A8-9260-4DB08C8CAB72}" destId="{2BAB17B3-F716-4BD6-AEFE-9E258A305495}" srcOrd="0" destOrd="0" presId="urn:microsoft.com/office/officeart/2005/8/layout/vList2"/>
    <dgm:cxn modelId="{8C321CC9-5065-4372-BAD1-7F2CEAAECB72}" srcId="{F5665AC9-F366-4A80-A62D-DEBD7D2FF5FD}" destId="{1DDDA4C6-7194-49A8-9260-4DB08C8CAB72}" srcOrd="2" destOrd="0" parTransId="{8FD44C3D-9199-49C8-BF2B-58D8C4927BBD}" sibTransId="{F2355CA8-81C1-4778-AE9E-A1D76003AF01}"/>
    <dgm:cxn modelId="{A9708DCB-B469-4838-8AD7-2DAA4BAAF70E}" srcId="{F5665AC9-F366-4A80-A62D-DEBD7D2FF5FD}" destId="{772E9D88-F754-46F1-A1E7-DF51BBE28F61}" srcOrd="0" destOrd="0" parTransId="{437D35B9-83D7-4F9E-84A0-C66B4B878F49}" sibTransId="{6E03BD03-DAC0-491D-B5D4-33C89927ABA6}"/>
    <dgm:cxn modelId="{0E82FFFA-3FAA-4D62-9329-E0460866B38B}" srcId="{F5665AC9-F366-4A80-A62D-DEBD7D2FF5FD}" destId="{7DA4F08C-37A1-44A8-BC9A-979DBAAF1A6A}" srcOrd="3" destOrd="0" parTransId="{A808B158-53DA-43BD-9BAF-ADA0932DFB82}" sibTransId="{FD16C327-CFA6-4634-A9D2-4A4BAF6FEB12}"/>
    <dgm:cxn modelId="{7F2386C3-4D1B-41E6-B2AD-90A94A5CFB86}" type="presParOf" srcId="{CF58BF1E-39D1-4E15-95D6-B0840DD22741}" destId="{1BC7DCEF-32D4-4866-B064-D8076721CD58}" srcOrd="0" destOrd="0" presId="urn:microsoft.com/office/officeart/2005/8/layout/vList2"/>
    <dgm:cxn modelId="{856DD478-D286-438C-A8A3-306463B317BA}" type="presParOf" srcId="{CF58BF1E-39D1-4E15-95D6-B0840DD22741}" destId="{A0960554-8F5E-4217-A2CD-A49A01609DC7}" srcOrd="1" destOrd="0" presId="urn:microsoft.com/office/officeart/2005/8/layout/vList2"/>
    <dgm:cxn modelId="{B0B90ABC-91AA-4FD8-95BE-488F0CC35219}" type="presParOf" srcId="{CF58BF1E-39D1-4E15-95D6-B0840DD22741}" destId="{FFF1E0F4-E817-4DE6-B370-9112D4EB2212}" srcOrd="2" destOrd="0" presId="urn:microsoft.com/office/officeart/2005/8/layout/vList2"/>
    <dgm:cxn modelId="{407209FE-7712-44B6-B511-2C0D7428FEC1}" type="presParOf" srcId="{CF58BF1E-39D1-4E15-95D6-B0840DD22741}" destId="{B8CE918C-DE04-4EC4-816B-99FF5D908295}" srcOrd="3" destOrd="0" presId="urn:microsoft.com/office/officeart/2005/8/layout/vList2"/>
    <dgm:cxn modelId="{B9690AEE-35AF-422F-94A6-78D7FACD70FA}" type="presParOf" srcId="{CF58BF1E-39D1-4E15-95D6-B0840DD22741}" destId="{2BAB17B3-F716-4BD6-AEFE-9E258A305495}" srcOrd="4" destOrd="0" presId="urn:microsoft.com/office/officeart/2005/8/layout/vList2"/>
    <dgm:cxn modelId="{6EAD7B04-3DBD-4FDA-8117-116A9DA0378C}" type="presParOf" srcId="{CF58BF1E-39D1-4E15-95D6-B0840DD22741}" destId="{6CF26883-30CF-4057-8630-5A0670DBF38E}" srcOrd="5" destOrd="0" presId="urn:microsoft.com/office/officeart/2005/8/layout/vList2"/>
    <dgm:cxn modelId="{16070A28-C612-4ECC-9228-09AE572AC8EC}" type="presParOf" srcId="{CF58BF1E-39D1-4E15-95D6-B0840DD22741}" destId="{29B196AB-65F6-49FC-97A4-4AA39D9DC22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699E62-2CF2-40CD-83CB-C804779984C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6DAB54-01B3-4626-8BB3-E4E376E6818A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Neue Haas Grotesk Text Pro"/>
              <a:ea typeface="+mn-ea"/>
              <a:cs typeface="+mn-cs"/>
            </a:rPr>
            <a:t>Base virtual sequence</a:t>
          </a:r>
          <a:endParaRPr lang="en-US" sz="2000">
            <a:ea typeface="+mn-ea"/>
            <a:cs typeface="+mn-cs"/>
          </a:endParaRPr>
        </a:p>
      </dgm:t>
    </dgm:pt>
    <dgm:pt modelId="{82513D16-1BC1-4847-9ECA-87938D9C85B9}" type="parTrans" cxnId="{A2E554B9-2987-408F-BF8B-3E96E15D5FED}">
      <dgm:prSet/>
      <dgm:spPr/>
      <dgm:t>
        <a:bodyPr/>
        <a:lstStyle/>
        <a:p>
          <a:endParaRPr lang="en-US"/>
        </a:p>
      </dgm:t>
    </dgm:pt>
    <dgm:pt modelId="{28E4D864-36BA-442C-97EA-3FFA6880543D}" type="sibTrans" cxnId="{A2E554B9-2987-408F-BF8B-3E96E15D5FED}">
      <dgm:prSet/>
      <dgm:spPr/>
      <dgm:t>
        <a:bodyPr/>
        <a:lstStyle/>
        <a:p>
          <a:endParaRPr lang="en-US"/>
        </a:p>
      </dgm:t>
    </dgm:pt>
    <dgm:pt modelId="{65A74A15-2B9C-4ED5-B1CC-5B7AEF3F1CB2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Neue Haas Grotesk Text Pro"/>
              <a:ea typeface="+mn-ea"/>
              <a:cs typeface="+mn-cs"/>
            </a:rPr>
            <a:t>Virtual sequence 1</a:t>
          </a:r>
          <a:endParaRPr lang="en-US" sz="2000">
            <a:ea typeface="+mn-ea"/>
            <a:cs typeface="+mn-cs"/>
          </a:endParaRPr>
        </a:p>
      </dgm:t>
    </dgm:pt>
    <dgm:pt modelId="{6AFE729B-8E73-40B5-82B1-E10CA7FB2926}" type="parTrans" cxnId="{BF37D238-4308-4B65-9903-28D55BB14EDD}">
      <dgm:prSet/>
      <dgm:spPr/>
      <dgm:t>
        <a:bodyPr/>
        <a:lstStyle/>
        <a:p>
          <a:endParaRPr lang="en-US"/>
        </a:p>
      </dgm:t>
    </dgm:pt>
    <dgm:pt modelId="{A8567AB2-356B-440C-8830-CA4394324F3C}" type="sibTrans" cxnId="{BF37D238-4308-4B65-9903-28D55BB14EDD}">
      <dgm:prSet/>
      <dgm:spPr/>
      <dgm:t>
        <a:bodyPr/>
        <a:lstStyle/>
        <a:p>
          <a:endParaRPr lang="en-US"/>
        </a:p>
      </dgm:t>
    </dgm:pt>
    <dgm:pt modelId="{EA8EF226-0178-4EC9-B33C-644902AE6460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Neue Haas Grotesk Text Pro"/>
              <a:ea typeface="+mn-ea"/>
              <a:cs typeface="+mn-cs"/>
            </a:rPr>
            <a:t>Virtual sequence 2</a:t>
          </a:r>
          <a:endParaRPr lang="en-US" sz="2000">
            <a:ea typeface="+mn-ea"/>
            <a:cs typeface="+mn-cs"/>
          </a:endParaRPr>
        </a:p>
      </dgm:t>
    </dgm:pt>
    <dgm:pt modelId="{FDA1362E-F889-48E0-8161-FD09DB42985B}" type="parTrans" cxnId="{3D954F2D-29BF-4092-824E-C2D7E6ECDC32}">
      <dgm:prSet/>
      <dgm:spPr/>
      <dgm:t>
        <a:bodyPr/>
        <a:lstStyle/>
        <a:p>
          <a:endParaRPr lang="en-US"/>
        </a:p>
      </dgm:t>
    </dgm:pt>
    <dgm:pt modelId="{BEF34311-AE94-4992-99A2-469F6E746DF0}" type="sibTrans" cxnId="{3D954F2D-29BF-4092-824E-C2D7E6ECDC32}">
      <dgm:prSet/>
      <dgm:spPr/>
      <dgm:t>
        <a:bodyPr/>
        <a:lstStyle/>
        <a:p>
          <a:endParaRPr lang="en-US"/>
        </a:p>
      </dgm:t>
    </dgm:pt>
    <dgm:pt modelId="{5D642F9F-C044-40BE-B93B-AD51FA9C3EC0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000">
              <a:latin typeface="Neue Haas Grotesk Text Pro"/>
              <a:ea typeface="+mn-ea"/>
              <a:cs typeface="+mn-cs"/>
            </a:rPr>
            <a:t>Virtual sequence n</a:t>
          </a:r>
        </a:p>
      </dgm:t>
    </dgm:pt>
    <dgm:pt modelId="{19DC0D7D-56BB-4158-A0C5-8DA479546C84}" type="parTrans" cxnId="{E3CE319C-884E-484C-B8FC-B6172B9C24F7}">
      <dgm:prSet/>
      <dgm:spPr/>
    </dgm:pt>
    <dgm:pt modelId="{B370CB54-05A6-4ADF-9868-DD317B894CAF}" type="sibTrans" cxnId="{E3CE319C-884E-484C-B8FC-B6172B9C24F7}">
      <dgm:prSet/>
      <dgm:spPr/>
    </dgm:pt>
    <dgm:pt modelId="{70DF9821-2599-45FE-82D7-E64AE3FD6280}" type="pres">
      <dgm:prSet presAssocID="{4B699E62-2CF2-40CD-83CB-C804779984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03C617-C6AC-4322-AA32-4AC1FA04E6C8}" type="pres">
      <dgm:prSet presAssocID="{266DAB54-01B3-4626-8BB3-E4E376E6818A}" presName="hierRoot1" presStyleCnt="0"/>
      <dgm:spPr/>
    </dgm:pt>
    <dgm:pt modelId="{32CD95B8-5E10-4BF1-8FEE-87E67C971739}" type="pres">
      <dgm:prSet presAssocID="{266DAB54-01B3-4626-8BB3-E4E376E6818A}" presName="composite" presStyleCnt="0"/>
      <dgm:spPr/>
    </dgm:pt>
    <dgm:pt modelId="{4C3FF5B7-5A0F-46D7-A82C-56828E5C097A}" type="pres">
      <dgm:prSet presAssocID="{266DAB54-01B3-4626-8BB3-E4E376E6818A}" presName="background" presStyleLbl="node0" presStyleIdx="0" presStyleCnt="1"/>
      <dgm:spPr/>
    </dgm:pt>
    <dgm:pt modelId="{B8FDD429-8378-4715-8F05-4E0833906070}" type="pres">
      <dgm:prSet presAssocID="{266DAB54-01B3-4626-8BB3-E4E376E6818A}" presName="text" presStyleLbl="fgAcc0" presStyleIdx="0" presStyleCnt="1">
        <dgm:presLayoutVars>
          <dgm:chPref val="3"/>
        </dgm:presLayoutVars>
      </dgm:prSet>
      <dgm:spPr/>
    </dgm:pt>
    <dgm:pt modelId="{B43E654E-B393-418C-A3E7-9CFB9C0601BB}" type="pres">
      <dgm:prSet presAssocID="{266DAB54-01B3-4626-8BB3-E4E376E6818A}" presName="hierChild2" presStyleCnt="0"/>
      <dgm:spPr/>
    </dgm:pt>
    <dgm:pt modelId="{28ABE454-5328-4737-8861-E031CB2D1D16}" type="pres">
      <dgm:prSet presAssocID="{6AFE729B-8E73-40B5-82B1-E10CA7FB2926}" presName="Name10" presStyleLbl="parChTrans1D2" presStyleIdx="0" presStyleCnt="3"/>
      <dgm:spPr/>
    </dgm:pt>
    <dgm:pt modelId="{B82FD167-998F-46A8-AC8C-D94FE4A0D166}" type="pres">
      <dgm:prSet presAssocID="{65A74A15-2B9C-4ED5-B1CC-5B7AEF3F1CB2}" presName="hierRoot2" presStyleCnt="0"/>
      <dgm:spPr/>
    </dgm:pt>
    <dgm:pt modelId="{6111EC37-984C-468E-8676-127CDA390A4E}" type="pres">
      <dgm:prSet presAssocID="{65A74A15-2B9C-4ED5-B1CC-5B7AEF3F1CB2}" presName="composite2" presStyleCnt="0"/>
      <dgm:spPr/>
    </dgm:pt>
    <dgm:pt modelId="{0C659DE8-85DF-41E8-8E28-56A731CE797E}" type="pres">
      <dgm:prSet presAssocID="{65A74A15-2B9C-4ED5-B1CC-5B7AEF3F1CB2}" presName="background2" presStyleLbl="node2" presStyleIdx="0" presStyleCnt="3"/>
      <dgm:spPr/>
    </dgm:pt>
    <dgm:pt modelId="{86B93846-5359-420C-B5D0-50C1E6C6490B}" type="pres">
      <dgm:prSet presAssocID="{65A74A15-2B9C-4ED5-B1CC-5B7AEF3F1CB2}" presName="text2" presStyleLbl="fgAcc2" presStyleIdx="0" presStyleCnt="3">
        <dgm:presLayoutVars>
          <dgm:chPref val="3"/>
        </dgm:presLayoutVars>
      </dgm:prSet>
      <dgm:spPr/>
    </dgm:pt>
    <dgm:pt modelId="{70F4464B-8215-4DA6-8EE7-D31440D275D4}" type="pres">
      <dgm:prSet presAssocID="{65A74A15-2B9C-4ED5-B1CC-5B7AEF3F1CB2}" presName="hierChild3" presStyleCnt="0"/>
      <dgm:spPr/>
    </dgm:pt>
    <dgm:pt modelId="{0D38BCDE-8FE3-44C4-B9D0-64BD87ADFAA7}" type="pres">
      <dgm:prSet presAssocID="{FDA1362E-F889-48E0-8161-FD09DB42985B}" presName="Name10" presStyleLbl="parChTrans1D2" presStyleIdx="1" presStyleCnt="3"/>
      <dgm:spPr/>
    </dgm:pt>
    <dgm:pt modelId="{96FAFA7C-9530-480D-A92C-C08454C30C32}" type="pres">
      <dgm:prSet presAssocID="{EA8EF226-0178-4EC9-B33C-644902AE6460}" presName="hierRoot2" presStyleCnt="0"/>
      <dgm:spPr/>
    </dgm:pt>
    <dgm:pt modelId="{39097652-4127-489E-AAE0-E48814935622}" type="pres">
      <dgm:prSet presAssocID="{EA8EF226-0178-4EC9-B33C-644902AE6460}" presName="composite2" presStyleCnt="0"/>
      <dgm:spPr/>
    </dgm:pt>
    <dgm:pt modelId="{646FE40C-C30A-456C-A312-121AC517A65C}" type="pres">
      <dgm:prSet presAssocID="{EA8EF226-0178-4EC9-B33C-644902AE6460}" presName="background2" presStyleLbl="node2" presStyleIdx="1" presStyleCnt="3"/>
      <dgm:spPr/>
    </dgm:pt>
    <dgm:pt modelId="{995D4D8C-26F6-4334-B391-4663B45D6212}" type="pres">
      <dgm:prSet presAssocID="{EA8EF226-0178-4EC9-B33C-644902AE6460}" presName="text2" presStyleLbl="fgAcc2" presStyleIdx="1" presStyleCnt="3">
        <dgm:presLayoutVars>
          <dgm:chPref val="3"/>
        </dgm:presLayoutVars>
      </dgm:prSet>
      <dgm:spPr/>
    </dgm:pt>
    <dgm:pt modelId="{CC283928-8B34-45F3-B2E0-F9870138F1C2}" type="pres">
      <dgm:prSet presAssocID="{EA8EF226-0178-4EC9-B33C-644902AE6460}" presName="hierChild3" presStyleCnt="0"/>
      <dgm:spPr/>
    </dgm:pt>
    <dgm:pt modelId="{AB2C698F-77ED-4CD8-AB24-2DE12BE19D26}" type="pres">
      <dgm:prSet presAssocID="{19DC0D7D-56BB-4158-A0C5-8DA479546C84}" presName="Name10" presStyleLbl="parChTrans1D2" presStyleIdx="2" presStyleCnt="3"/>
      <dgm:spPr/>
    </dgm:pt>
    <dgm:pt modelId="{5C0351D1-1722-4072-8052-EEFD8D47A2CB}" type="pres">
      <dgm:prSet presAssocID="{5D642F9F-C044-40BE-B93B-AD51FA9C3EC0}" presName="hierRoot2" presStyleCnt="0"/>
      <dgm:spPr/>
    </dgm:pt>
    <dgm:pt modelId="{0668F36C-C308-4491-9F97-E78E078E1B6B}" type="pres">
      <dgm:prSet presAssocID="{5D642F9F-C044-40BE-B93B-AD51FA9C3EC0}" presName="composite2" presStyleCnt="0"/>
      <dgm:spPr/>
    </dgm:pt>
    <dgm:pt modelId="{4D5A1FBB-BDFB-4996-A36A-722E6F878D9E}" type="pres">
      <dgm:prSet presAssocID="{5D642F9F-C044-40BE-B93B-AD51FA9C3EC0}" presName="background2" presStyleLbl="node2" presStyleIdx="2" presStyleCnt="3"/>
      <dgm:spPr/>
    </dgm:pt>
    <dgm:pt modelId="{35279BB5-25E2-4989-900A-C03F8AB90EC6}" type="pres">
      <dgm:prSet presAssocID="{5D642F9F-C044-40BE-B93B-AD51FA9C3EC0}" presName="text2" presStyleLbl="fgAcc2" presStyleIdx="2" presStyleCnt="3">
        <dgm:presLayoutVars>
          <dgm:chPref val="3"/>
        </dgm:presLayoutVars>
      </dgm:prSet>
      <dgm:spPr/>
    </dgm:pt>
    <dgm:pt modelId="{9B2F2422-DF75-4FEF-A004-95627B26B672}" type="pres">
      <dgm:prSet presAssocID="{5D642F9F-C044-40BE-B93B-AD51FA9C3EC0}" presName="hierChild3" presStyleCnt="0"/>
      <dgm:spPr/>
    </dgm:pt>
  </dgm:ptLst>
  <dgm:cxnLst>
    <dgm:cxn modelId="{DCFB4E19-6925-4CA9-87FC-3E0D4D19C663}" type="presOf" srcId="{6AFE729B-8E73-40B5-82B1-E10CA7FB2926}" destId="{28ABE454-5328-4737-8861-E031CB2D1D16}" srcOrd="0" destOrd="0" presId="urn:microsoft.com/office/officeart/2005/8/layout/hierarchy1"/>
    <dgm:cxn modelId="{3D954F2D-29BF-4092-824E-C2D7E6ECDC32}" srcId="{266DAB54-01B3-4626-8BB3-E4E376E6818A}" destId="{EA8EF226-0178-4EC9-B33C-644902AE6460}" srcOrd="1" destOrd="0" parTransId="{FDA1362E-F889-48E0-8161-FD09DB42985B}" sibTransId="{BEF34311-AE94-4992-99A2-469F6E746DF0}"/>
    <dgm:cxn modelId="{BF37D238-4308-4B65-9903-28D55BB14EDD}" srcId="{266DAB54-01B3-4626-8BB3-E4E376E6818A}" destId="{65A74A15-2B9C-4ED5-B1CC-5B7AEF3F1CB2}" srcOrd="0" destOrd="0" parTransId="{6AFE729B-8E73-40B5-82B1-E10CA7FB2926}" sibTransId="{A8567AB2-356B-440C-8830-CA4394324F3C}"/>
    <dgm:cxn modelId="{0FD6FF61-4D8B-4875-8024-BE7B11664048}" type="presOf" srcId="{65A74A15-2B9C-4ED5-B1CC-5B7AEF3F1CB2}" destId="{86B93846-5359-420C-B5D0-50C1E6C6490B}" srcOrd="0" destOrd="0" presId="urn:microsoft.com/office/officeart/2005/8/layout/hierarchy1"/>
    <dgm:cxn modelId="{8102B672-A0F8-4297-865F-4FE65F10394F}" type="presOf" srcId="{EA8EF226-0178-4EC9-B33C-644902AE6460}" destId="{995D4D8C-26F6-4334-B391-4663B45D6212}" srcOrd="0" destOrd="0" presId="urn:microsoft.com/office/officeart/2005/8/layout/hierarchy1"/>
    <dgm:cxn modelId="{59289680-7B68-44D1-A002-E53E62EDED2A}" type="presOf" srcId="{4B699E62-2CF2-40CD-83CB-C804779984C0}" destId="{70DF9821-2599-45FE-82D7-E64AE3FD6280}" srcOrd="0" destOrd="0" presId="urn:microsoft.com/office/officeart/2005/8/layout/hierarchy1"/>
    <dgm:cxn modelId="{72A55798-0466-4E2B-9569-DF48E649F8A1}" type="presOf" srcId="{FDA1362E-F889-48E0-8161-FD09DB42985B}" destId="{0D38BCDE-8FE3-44C4-B9D0-64BD87ADFAA7}" srcOrd="0" destOrd="0" presId="urn:microsoft.com/office/officeart/2005/8/layout/hierarchy1"/>
    <dgm:cxn modelId="{E3CE319C-884E-484C-B8FC-B6172B9C24F7}" srcId="{266DAB54-01B3-4626-8BB3-E4E376E6818A}" destId="{5D642F9F-C044-40BE-B93B-AD51FA9C3EC0}" srcOrd="2" destOrd="0" parTransId="{19DC0D7D-56BB-4158-A0C5-8DA479546C84}" sibTransId="{B370CB54-05A6-4ADF-9868-DD317B894CAF}"/>
    <dgm:cxn modelId="{DD1F12A1-3E22-4462-AAD5-4257630CA448}" type="presOf" srcId="{5D642F9F-C044-40BE-B93B-AD51FA9C3EC0}" destId="{35279BB5-25E2-4989-900A-C03F8AB90EC6}" srcOrd="0" destOrd="0" presId="urn:microsoft.com/office/officeart/2005/8/layout/hierarchy1"/>
    <dgm:cxn modelId="{A2E554B9-2987-408F-BF8B-3E96E15D5FED}" srcId="{4B699E62-2CF2-40CD-83CB-C804779984C0}" destId="{266DAB54-01B3-4626-8BB3-E4E376E6818A}" srcOrd="0" destOrd="0" parTransId="{82513D16-1BC1-4847-9ECA-87938D9C85B9}" sibTransId="{28E4D864-36BA-442C-97EA-3FFA6880543D}"/>
    <dgm:cxn modelId="{BD6CE4C5-0CA9-4FF9-9B1E-97A39A34E8E2}" type="presOf" srcId="{19DC0D7D-56BB-4158-A0C5-8DA479546C84}" destId="{AB2C698F-77ED-4CD8-AB24-2DE12BE19D26}" srcOrd="0" destOrd="0" presId="urn:microsoft.com/office/officeart/2005/8/layout/hierarchy1"/>
    <dgm:cxn modelId="{C8F0F9FE-A0F2-4B59-A424-8D45A3BA48A0}" type="presOf" srcId="{266DAB54-01B3-4626-8BB3-E4E376E6818A}" destId="{B8FDD429-8378-4715-8F05-4E0833906070}" srcOrd="0" destOrd="0" presId="urn:microsoft.com/office/officeart/2005/8/layout/hierarchy1"/>
    <dgm:cxn modelId="{474404B2-EFD6-4D56-9D6B-F7F79C79D85B}" type="presParOf" srcId="{70DF9821-2599-45FE-82D7-E64AE3FD6280}" destId="{9B03C617-C6AC-4322-AA32-4AC1FA04E6C8}" srcOrd="0" destOrd="0" presId="urn:microsoft.com/office/officeart/2005/8/layout/hierarchy1"/>
    <dgm:cxn modelId="{40C6F9E8-6FAB-42B2-96A2-A6D9E99440FE}" type="presParOf" srcId="{9B03C617-C6AC-4322-AA32-4AC1FA04E6C8}" destId="{32CD95B8-5E10-4BF1-8FEE-87E67C971739}" srcOrd="0" destOrd="0" presId="urn:microsoft.com/office/officeart/2005/8/layout/hierarchy1"/>
    <dgm:cxn modelId="{2B68D469-1BA7-4CCF-A02E-E67916FAE5EF}" type="presParOf" srcId="{32CD95B8-5E10-4BF1-8FEE-87E67C971739}" destId="{4C3FF5B7-5A0F-46D7-A82C-56828E5C097A}" srcOrd="0" destOrd="0" presId="urn:microsoft.com/office/officeart/2005/8/layout/hierarchy1"/>
    <dgm:cxn modelId="{1F0593E6-9619-4A56-99CF-71EB2F16BADA}" type="presParOf" srcId="{32CD95B8-5E10-4BF1-8FEE-87E67C971739}" destId="{B8FDD429-8378-4715-8F05-4E0833906070}" srcOrd="1" destOrd="0" presId="urn:microsoft.com/office/officeart/2005/8/layout/hierarchy1"/>
    <dgm:cxn modelId="{FEC27E54-FA81-402C-9777-CC5725925846}" type="presParOf" srcId="{9B03C617-C6AC-4322-AA32-4AC1FA04E6C8}" destId="{B43E654E-B393-418C-A3E7-9CFB9C0601BB}" srcOrd="1" destOrd="0" presId="urn:microsoft.com/office/officeart/2005/8/layout/hierarchy1"/>
    <dgm:cxn modelId="{094607F9-22EB-4A83-A050-FA5665E5A53B}" type="presParOf" srcId="{B43E654E-B393-418C-A3E7-9CFB9C0601BB}" destId="{28ABE454-5328-4737-8861-E031CB2D1D16}" srcOrd="0" destOrd="0" presId="urn:microsoft.com/office/officeart/2005/8/layout/hierarchy1"/>
    <dgm:cxn modelId="{EAB1D2CB-14A5-4CA3-A19D-0BC8AF5B7948}" type="presParOf" srcId="{B43E654E-B393-418C-A3E7-9CFB9C0601BB}" destId="{B82FD167-998F-46A8-AC8C-D94FE4A0D166}" srcOrd="1" destOrd="0" presId="urn:microsoft.com/office/officeart/2005/8/layout/hierarchy1"/>
    <dgm:cxn modelId="{628F5E4F-9170-4C74-A383-7580B3927041}" type="presParOf" srcId="{B82FD167-998F-46A8-AC8C-D94FE4A0D166}" destId="{6111EC37-984C-468E-8676-127CDA390A4E}" srcOrd="0" destOrd="0" presId="urn:microsoft.com/office/officeart/2005/8/layout/hierarchy1"/>
    <dgm:cxn modelId="{2A952FEA-88D8-43FE-BF77-A8764FBD1D02}" type="presParOf" srcId="{6111EC37-984C-468E-8676-127CDA390A4E}" destId="{0C659DE8-85DF-41E8-8E28-56A731CE797E}" srcOrd="0" destOrd="0" presId="urn:microsoft.com/office/officeart/2005/8/layout/hierarchy1"/>
    <dgm:cxn modelId="{CC563422-CEDC-4F53-AED2-EAD8BBF2FFEF}" type="presParOf" srcId="{6111EC37-984C-468E-8676-127CDA390A4E}" destId="{86B93846-5359-420C-B5D0-50C1E6C6490B}" srcOrd="1" destOrd="0" presId="urn:microsoft.com/office/officeart/2005/8/layout/hierarchy1"/>
    <dgm:cxn modelId="{100483D8-3A7D-408C-AE2F-6A920F96263B}" type="presParOf" srcId="{B82FD167-998F-46A8-AC8C-D94FE4A0D166}" destId="{70F4464B-8215-4DA6-8EE7-D31440D275D4}" srcOrd="1" destOrd="0" presId="urn:microsoft.com/office/officeart/2005/8/layout/hierarchy1"/>
    <dgm:cxn modelId="{DF33C2B1-FEB0-4DC2-8440-466EA23571C4}" type="presParOf" srcId="{B43E654E-B393-418C-A3E7-9CFB9C0601BB}" destId="{0D38BCDE-8FE3-44C4-B9D0-64BD87ADFAA7}" srcOrd="2" destOrd="0" presId="urn:microsoft.com/office/officeart/2005/8/layout/hierarchy1"/>
    <dgm:cxn modelId="{28516136-C9FB-4FE6-9C62-A4F4B3C68C0A}" type="presParOf" srcId="{B43E654E-B393-418C-A3E7-9CFB9C0601BB}" destId="{96FAFA7C-9530-480D-A92C-C08454C30C32}" srcOrd="3" destOrd="0" presId="urn:microsoft.com/office/officeart/2005/8/layout/hierarchy1"/>
    <dgm:cxn modelId="{422F1309-4FBF-40C4-9B9D-437108198DC8}" type="presParOf" srcId="{96FAFA7C-9530-480D-A92C-C08454C30C32}" destId="{39097652-4127-489E-AAE0-E48814935622}" srcOrd="0" destOrd="0" presId="urn:microsoft.com/office/officeart/2005/8/layout/hierarchy1"/>
    <dgm:cxn modelId="{6CE1ACDD-1170-48E8-9912-9F01859E829E}" type="presParOf" srcId="{39097652-4127-489E-AAE0-E48814935622}" destId="{646FE40C-C30A-456C-A312-121AC517A65C}" srcOrd="0" destOrd="0" presId="urn:microsoft.com/office/officeart/2005/8/layout/hierarchy1"/>
    <dgm:cxn modelId="{8035857D-FBF3-4BAA-9579-86ABD8C8CD59}" type="presParOf" srcId="{39097652-4127-489E-AAE0-E48814935622}" destId="{995D4D8C-26F6-4334-B391-4663B45D6212}" srcOrd="1" destOrd="0" presId="urn:microsoft.com/office/officeart/2005/8/layout/hierarchy1"/>
    <dgm:cxn modelId="{CB166C8F-C86B-4C9A-BC30-9E8BFE960080}" type="presParOf" srcId="{96FAFA7C-9530-480D-A92C-C08454C30C32}" destId="{CC283928-8B34-45F3-B2E0-F9870138F1C2}" srcOrd="1" destOrd="0" presId="urn:microsoft.com/office/officeart/2005/8/layout/hierarchy1"/>
    <dgm:cxn modelId="{CD049863-1E18-425B-B6E1-7F4624C7539F}" type="presParOf" srcId="{B43E654E-B393-418C-A3E7-9CFB9C0601BB}" destId="{AB2C698F-77ED-4CD8-AB24-2DE12BE19D26}" srcOrd="4" destOrd="0" presId="urn:microsoft.com/office/officeart/2005/8/layout/hierarchy1"/>
    <dgm:cxn modelId="{56EC0C90-D1A4-4896-87CF-CCB34A8F7AA5}" type="presParOf" srcId="{B43E654E-B393-418C-A3E7-9CFB9C0601BB}" destId="{5C0351D1-1722-4072-8052-EEFD8D47A2CB}" srcOrd="5" destOrd="0" presId="urn:microsoft.com/office/officeart/2005/8/layout/hierarchy1"/>
    <dgm:cxn modelId="{EA220612-ED97-427B-BBC1-C48D687329C1}" type="presParOf" srcId="{5C0351D1-1722-4072-8052-EEFD8D47A2CB}" destId="{0668F36C-C308-4491-9F97-E78E078E1B6B}" srcOrd="0" destOrd="0" presId="urn:microsoft.com/office/officeart/2005/8/layout/hierarchy1"/>
    <dgm:cxn modelId="{50FC0DDA-7876-47AB-AE26-BFB7E3F75E26}" type="presParOf" srcId="{0668F36C-C308-4491-9F97-E78E078E1B6B}" destId="{4D5A1FBB-BDFB-4996-A36A-722E6F878D9E}" srcOrd="0" destOrd="0" presId="urn:microsoft.com/office/officeart/2005/8/layout/hierarchy1"/>
    <dgm:cxn modelId="{438548FB-A0D7-44C6-AE51-B9CF1EC14527}" type="presParOf" srcId="{0668F36C-C308-4491-9F97-E78E078E1B6B}" destId="{35279BB5-25E2-4989-900A-C03F8AB90EC6}" srcOrd="1" destOrd="0" presId="urn:microsoft.com/office/officeart/2005/8/layout/hierarchy1"/>
    <dgm:cxn modelId="{8A767174-53A3-40E3-857C-5D8407AC36DC}" type="presParOf" srcId="{5C0351D1-1722-4072-8052-EEFD8D47A2CB}" destId="{9B2F2422-DF75-4FEF-A004-95627B26B6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5665AC9-F366-4A80-A62D-DEBD7D2FF5F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AB7457D-7628-4BB4-BE7A-B81FA6DBA275}">
      <dgm:prSet/>
      <dgm:spPr/>
      <dgm:t>
        <a:bodyPr/>
        <a:lstStyle/>
        <a:p>
          <a:pPr algn="l"/>
          <a:r>
            <a:rPr lang="en-US" sz="2400" b="0" i="0" dirty="0">
              <a:latin typeface="Neue Haas Grotesk Text Pro"/>
            </a:rPr>
            <a:t>Non-overlapped write + </a:t>
          </a:r>
          <a:r>
            <a:rPr lang="en-US" sz="2400" dirty="0">
              <a:latin typeface="Neue Haas Grotesk Text Pro"/>
            </a:rPr>
            <a:t>no wait okay response</a:t>
          </a:r>
        </a:p>
      </dgm:t>
    </dgm:pt>
    <dgm:pt modelId="{E312BEA6-18C6-44F7-901E-BD62CFD49C51}" type="parTrans" cxnId="{4DDCA16F-3337-44F0-BDFD-D32A0057F84F}">
      <dgm:prSet/>
      <dgm:spPr/>
      <dgm:t>
        <a:bodyPr/>
        <a:lstStyle/>
        <a:p>
          <a:endParaRPr lang="en-US"/>
        </a:p>
      </dgm:t>
    </dgm:pt>
    <dgm:pt modelId="{64DFA25E-92AC-42D8-9E6B-8F842052DF1D}" type="sibTrans" cxnId="{4DDCA16F-3337-44F0-BDFD-D32A0057F84F}">
      <dgm:prSet/>
      <dgm:spPr/>
      <dgm:t>
        <a:bodyPr/>
        <a:lstStyle/>
        <a:p>
          <a:endParaRPr lang="en-US"/>
        </a:p>
      </dgm:t>
    </dgm:pt>
    <dgm:pt modelId="{1DDDA4C6-7194-49A8-9260-4DB08C8CAB72}">
      <dgm:prSet/>
      <dgm:spPr/>
      <dgm:t>
        <a:bodyPr/>
        <a:lstStyle/>
        <a:p>
          <a:pPr algn="l"/>
          <a:r>
            <a:rPr lang="en-US" sz="2400" b="0" i="0">
              <a:latin typeface="Neue Haas Grotesk Text Pro"/>
            </a:rPr>
            <a:t>Overlapped write + wait okay response</a:t>
          </a:r>
        </a:p>
      </dgm:t>
    </dgm:pt>
    <dgm:pt modelId="{8FD44C3D-9199-49C8-BF2B-58D8C4927BBD}" type="parTrans" cxnId="{8C321CC9-5065-4372-BAD1-7F2CEAAECB72}">
      <dgm:prSet/>
      <dgm:spPr/>
      <dgm:t>
        <a:bodyPr/>
        <a:lstStyle/>
        <a:p>
          <a:endParaRPr lang="en-US"/>
        </a:p>
      </dgm:t>
    </dgm:pt>
    <dgm:pt modelId="{F2355CA8-81C1-4778-AE9E-A1D76003AF01}" type="sibTrans" cxnId="{8C321CC9-5065-4372-BAD1-7F2CEAAECB72}">
      <dgm:prSet/>
      <dgm:spPr/>
      <dgm:t>
        <a:bodyPr/>
        <a:lstStyle/>
        <a:p>
          <a:endParaRPr lang="en-US"/>
        </a:p>
      </dgm:t>
    </dgm:pt>
    <dgm:pt modelId="{7DA4F08C-37A1-44A8-BC9A-979DBAAF1A6A}">
      <dgm:prSet/>
      <dgm:spPr/>
      <dgm:t>
        <a:bodyPr/>
        <a:lstStyle/>
        <a:p>
          <a:pPr algn="l"/>
          <a:r>
            <a:rPr lang="en-US" sz="2400" b="0" i="0">
              <a:latin typeface="Neue Haas Grotesk Text Pro"/>
            </a:rPr>
            <a:t>Non-overlapped read + no wait okay response</a:t>
          </a:r>
        </a:p>
      </dgm:t>
    </dgm:pt>
    <dgm:pt modelId="{A808B158-53DA-43BD-9BAF-ADA0932DFB82}" type="parTrans" cxnId="{0E82FFFA-3FAA-4D62-9329-E0460866B38B}">
      <dgm:prSet/>
      <dgm:spPr/>
      <dgm:t>
        <a:bodyPr/>
        <a:lstStyle/>
        <a:p>
          <a:endParaRPr lang="en-US"/>
        </a:p>
      </dgm:t>
    </dgm:pt>
    <dgm:pt modelId="{FD16C327-CFA6-4634-A9D2-4A4BAF6FEB12}" type="sibTrans" cxnId="{0E82FFFA-3FAA-4D62-9329-E0460866B38B}">
      <dgm:prSet/>
      <dgm:spPr/>
      <dgm:t>
        <a:bodyPr/>
        <a:lstStyle/>
        <a:p>
          <a:endParaRPr lang="en-US"/>
        </a:p>
      </dgm:t>
    </dgm:pt>
    <dgm:pt modelId="{09546EA2-AC46-48CC-B081-B267F9E05A60}">
      <dgm:prSet/>
      <dgm:spPr/>
      <dgm:t>
        <a:bodyPr/>
        <a:lstStyle/>
        <a:p>
          <a:pPr algn="l" rtl="0"/>
          <a:r>
            <a:rPr lang="en-US" sz="2400" b="0" i="0"/>
            <a:t>Non-overlapped </a:t>
          </a:r>
          <a:r>
            <a:rPr lang="en-US" sz="2400" b="0" i="0">
              <a:latin typeface="Neue Haas Grotesk Text Pro"/>
            </a:rPr>
            <a:t>read + wait okay response</a:t>
          </a:r>
        </a:p>
      </dgm:t>
    </dgm:pt>
    <dgm:pt modelId="{434394F4-5FB4-42BB-AE42-21107CB0FDEA}" type="parTrans" cxnId="{6AB5828F-35FE-44B9-BB66-C00F1BC8365C}">
      <dgm:prSet/>
      <dgm:spPr/>
      <dgm:t>
        <a:bodyPr/>
        <a:lstStyle/>
        <a:p>
          <a:endParaRPr lang="en-US"/>
        </a:p>
      </dgm:t>
    </dgm:pt>
    <dgm:pt modelId="{C1E59AF4-6D0A-4427-B147-A310D96D64A2}" type="sibTrans" cxnId="{6AB5828F-35FE-44B9-BB66-C00F1BC8365C}">
      <dgm:prSet/>
      <dgm:spPr/>
      <dgm:t>
        <a:bodyPr/>
        <a:lstStyle/>
        <a:p>
          <a:endParaRPr lang="en-US"/>
        </a:p>
      </dgm:t>
    </dgm:pt>
    <dgm:pt modelId="{54A60CFB-2062-4983-B054-0238EB9E740F}">
      <dgm:prSet phldrT="[Text]" phldr="0"/>
      <dgm:spPr/>
      <dgm:t>
        <a:bodyPr/>
        <a:lstStyle/>
        <a:p>
          <a:pPr algn="l" rtl="0"/>
          <a:r>
            <a:rPr lang="en-US" sz="2400" dirty="0">
              <a:latin typeface="Neue Haas Grotesk Text Pro"/>
            </a:rPr>
            <a:t>Non-overlapped write + wait okay response</a:t>
          </a:r>
        </a:p>
      </dgm:t>
    </dgm:pt>
    <dgm:pt modelId="{D18EC22A-7331-494E-8EC3-C123738B5B69}" type="parTrans" cxnId="{F1469021-7E3B-43E7-B73A-41C7004B6919}">
      <dgm:prSet/>
      <dgm:spPr/>
      <dgm:t>
        <a:bodyPr/>
        <a:lstStyle/>
        <a:p>
          <a:endParaRPr lang="en-US"/>
        </a:p>
      </dgm:t>
    </dgm:pt>
    <dgm:pt modelId="{5A3BAB3D-D4AA-4BE0-9535-0F034FB1D964}" type="sibTrans" cxnId="{F1469021-7E3B-43E7-B73A-41C7004B6919}">
      <dgm:prSet/>
      <dgm:spPr/>
      <dgm:t>
        <a:bodyPr/>
        <a:lstStyle/>
        <a:p>
          <a:endParaRPr lang="en-US"/>
        </a:p>
      </dgm:t>
    </dgm:pt>
    <dgm:pt modelId="{59371341-7FE7-46CC-9CFC-0976D7D4C299}">
      <dgm:prSet phldrT="[Text]" phldr="0"/>
      <dgm:spPr/>
      <dgm:t>
        <a:bodyPr/>
        <a:lstStyle/>
        <a:p>
          <a:pPr algn="l"/>
          <a:r>
            <a:rPr lang="en-US" sz="2400" b="0" i="0">
              <a:latin typeface="Neue Haas Grotesk Text Pro"/>
            </a:rPr>
            <a:t>Overlapped read + </a:t>
          </a:r>
          <a:r>
            <a:rPr lang="en-US" sz="2400" b="0" i="0"/>
            <a:t>wait </a:t>
          </a:r>
          <a:r>
            <a:rPr lang="en-US" sz="2400" b="0" i="0">
              <a:latin typeface="Neue Haas Grotesk Text Pro"/>
            </a:rPr>
            <a:t>okay </a:t>
          </a:r>
          <a:r>
            <a:rPr lang="en-US" sz="2400" b="0" i="0"/>
            <a:t>response</a:t>
          </a:r>
          <a:endParaRPr lang="en-US" sz="2400" b="0" i="0">
            <a:latin typeface="Neue Haas Grotesk Text Pro"/>
          </a:endParaRPr>
        </a:p>
      </dgm:t>
    </dgm:pt>
    <dgm:pt modelId="{F1F3C1AC-303A-45E3-84A7-4D15E6CC1869}" type="parTrans" cxnId="{CF0FD079-DB28-4605-9E8B-1932D0D6C9A0}">
      <dgm:prSet/>
      <dgm:spPr/>
      <dgm:t>
        <a:bodyPr/>
        <a:lstStyle/>
        <a:p>
          <a:endParaRPr lang="en-US"/>
        </a:p>
      </dgm:t>
    </dgm:pt>
    <dgm:pt modelId="{BA7139E7-4DCB-4086-9482-CCE1EEA527E7}" type="sibTrans" cxnId="{CF0FD079-DB28-4605-9E8B-1932D0D6C9A0}">
      <dgm:prSet/>
      <dgm:spPr/>
      <dgm:t>
        <a:bodyPr/>
        <a:lstStyle/>
        <a:p>
          <a:endParaRPr lang="en-US"/>
        </a:p>
      </dgm:t>
    </dgm:pt>
    <dgm:pt modelId="{132C83BD-575E-4935-A59A-A5F8D852D0C5}">
      <dgm:prSet phldrT="[Text]" phldr="0"/>
      <dgm:spPr/>
      <dgm:t>
        <a:bodyPr/>
        <a:lstStyle/>
        <a:p>
          <a:pPr algn="l" rtl="0"/>
          <a:r>
            <a:rPr lang="en-US" sz="2400" dirty="0">
              <a:latin typeface="Neue Haas Grotesk Text Pro"/>
            </a:rPr>
            <a:t>Write and read + wait okay response</a:t>
          </a:r>
        </a:p>
      </dgm:t>
    </dgm:pt>
    <dgm:pt modelId="{A831B774-CBB9-4E9A-AA0A-2B1F8AF8EDF7}" type="parTrans" cxnId="{27C715D2-4293-4183-A4B0-9534A6143CA3}">
      <dgm:prSet/>
      <dgm:spPr/>
      <dgm:t>
        <a:bodyPr/>
        <a:lstStyle/>
        <a:p>
          <a:endParaRPr lang="en-US"/>
        </a:p>
      </dgm:t>
    </dgm:pt>
    <dgm:pt modelId="{4DD9874F-1069-42A3-A9A6-1E8F847E095F}" type="sibTrans" cxnId="{27C715D2-4293-4183-A4B0-9534A6143CA3}">
      <dgm:prSet/>
      <dgm:spPr/>
      <dgm:t>
        <a:bodyPr/>
        <a:lstStyle/>
        <a:p>
          <a:endParaRPr lang="en-US"/>
        </a:p>
      </dgm:t>
    </dgm:pt>
    <dgm:pt modelId="{5044EAE7-860E-4E5D-87AA-670138133B8C}">
      <dgm:prSet phldrT="[Text]" phldr="0"/>
      <dgm:spPr/>
      <dgm:t>
        <a:bodyPr/>
        <a:lstStyle/>
        <a:p>
          <a:pPr algn="l" rtl="0"/>
          <a:r>
            <a:rPr lang="en-US" sz="2400" dirty="0">
              <a:latin typeface="Neue Haas Grotesk Text Pro"/>
            </a:rPr>
            <a:t>Write and read + wait okay and error response</a:t>
          </a:r>
        </a:p>
      </dgm:t>
    </dgm:pt>
    <dgm:pt modelId="{72913FDF-1ABE-4688-B9A1-359447CD0926}" type="parTrans" cxnId="{2B1FA9BA-1369-424D-97EC-98498B7EE3A1}">
      <dgm:prSet/>
      <dgm:spPr/>
      <dgm:t>
        <a:bodyPr/>
        <a:lstStyle/>
        <a:p>
          <a:endParaRPr lang="en-US"/>
        </a:p>
      </dgm:t>
    </dgm:pt>
    <dgm:pt modelId="{DD7404D3-5A1E-4412-B052-ABCD7A4562CC}" type="sibTrans" cxnId="{2B1FA9BA-1369-424D-97EC-98498B7EE3A1}">
      <dgm:prSet/>
      <dgm:spPr/>
      <dgm:t>
        <a:bodyPr/>
        <a:lstStyle/>
        <a:p>
          <a:endParaRPr lang="en-US"/>
        </a:p>
      </dgm:t>
    </dgm:pt>
    <dgm:pt modelId="{0237DD7F-3138-4E92-AA2C-D3B18C10AF36}" type="pres">
      <dgm:prSet presAssocID="{F5665AC9-F366-4A80-A62D-DEBD7D2FF5FD}" presName="diagram" presStyleCnt="0">
        <dgm:presLayoutVars>
          <dgm:dir/>
          <dgm:resizeHandles val="exact"/>
        </dgm:presLayoutVars>
      </dgm:prSet>
      <dgm:spPr/>
    </dgm:pt>
    <dgm:pt modelId="{3DE32AE7-E2B3-46E0-B5DB-BFF3039DC836}" type="pres">
      <dgm:prSet presAssocID="{8AB7457D-7628-4BB4-BE7A-B81FA6DBA275}" presName="node" presStyleLbl="node1" presStyleIdx="0" presStyleCnt="8">
        <dgm:presLayoutVars>
          <dgm:bulletEnabled val="1"/>
        </dgm:presLayoutVars>
      </dgm:prSet>
      <dgm:spPr/>
    </dgm:pt>
    <dgm:pt modelId="{7AEED208-3E5A-4657-A76F-125737EF6337}" type="pres">
      <dgm:prSet presAssocID="{64DFA25E-92AC-42D8-9E6B-8F842052DF1D}" presName="sibTrans" presStyleCnt="0"/>
      <dgm:spPr/>
    </dgm:pt>
    <dgm:pt modelId="{29562127-2BF6-4C69-89F6-69E52222549B}" type="pres">
      <dgm:prSet presAssocID="{54A60CFB-2062-4983-B054-0238EB9E740F}" presName="node" presStyleLbl="node1" presStyleIdx="1" presStyleCnt="8">
        <dgm:presLayoutVars>
          <dgm:bulletEnabled val="1"/>
        </dgm:presLayoutVars>
      </dgm:prSet>
      <dgm:spPr/>
    </dgm:pt>
    <dgm:pt modelId="{61986E1F-2FB2-4A36-8290-1D788DC92A83}" type="pres">
      <dgm:prSet presAssocID="{5A3BAB3D-D4AA-4BE0-9535-0F034FB1D964}" presName="sibTrans" presStyleCnt="0"/>
      <dgm:spPr/>
    </dgm:pt>
    <dgm:pt modelId="{4222DE56-0B54-4014-8A3C-08A1F434DFEC}" type="pres">
      <dgm:prSet presAssocID="{1DDDA4C6-7194-49A8-9260-4DB08C8CAB72}" presName="node" presStyleLbl="node1" presStyleIdx="2" presStyleCnt="8">
        <dgm:presLayoutVars>
          <dgm:bulletEnabled val="1"/>
        </dgm:presLayoutVars>
      </dgm:prSet>
      <dgm:spPr/>
    </dgm:pt>
    <dgm:pt modelId="{0E930641-0B69-4A16-841E-93B3D25DC6BA}" type="pres">
      <dgm:prSet presAssocID="{F2355CA8-81C1-4778-AE9E-A1D76003AF01}" presName="sibTrans" presStyleCnt="0"/>
      <dgm:spPr/>
    </dgm:pt>
    <dgm:pt modelId="{C53181E5-50AB-46C0-AC90-BC108428C1DF}" type="pres">
      <dgm:prSet presAssocID="{7DA4F08C-37A1-44A8-BC9A-979DBAAF1A6A}" presName="node" presStyleLbl="node1" presStyleIdx="3" presStyleCnt="8">
        <dgm:presLayoutVars>
          <dgm:bulletEnabled val="1"/>
        </dgm:presLayoutVars>
      </dgm:prSet>
      <dgm:spPr/>
    </dgm:pt>
    <dgm:pt modelId="{05121D82-42AA-47BB-B93F-3A1D1B917790}" type="pres">
      <dgm:prSet presAssocID="{FD16C327-CFA6-4634-A9D2-4A4BAF6FEB12}" presName="sibTrans" presStyleCnt="0"/>
      <dgm:spPr/>
    </dgm:pt>
    <dgm:pt modelId="{ADC2B8BB-8EAD-46B6-924A-17A20DC65CDA}" type="pres">
      <dgm:prSet presAssocID="{09546EA2-AC46-48CC-B081-B267F9E05A60}" presName="node" presStyleLbl="node1" presStyleIdx="4" presStyleCnt="8">
        <dgm:presLayoutVars>
          <dgm:bulletEnabled val="1"/>
        </dgm:presLayoutVars>
      </dgm:prSet>
      <dgm:spPr/>
    </dgm:pt>
    <dgm:pt modelId="{CF2F759A-73A3-40C2-BC7D-55FA5A4854A6}" type="pres">
      <dgm:prSet presAssocID="{C1E59AF4-6D0A-4427-B147-A310D96D64A2}" presName="sibTrans" presStyleCnt="0"/>
      <dgm:spPr/>
    </dgm:pt>
    <dgm:pt modelId="{142970C3-F6D5-40BC-9ED3-48A839D022B6}" type="pres">
      <dgm:prSet presAssocID="{59371341-7FE7-46CC-9CFC-0976D7D4C299}" presName="node" presStyleLbl="node1" presStyleIdx="5" presStyleCnt="8">
        <dgm:presLayoutVars>
          <dgm:bulletEnabled val="1"/>
        </dgm:presLayoutVars>
      </dgm:prSet>
      <dgm:spPr/>
    </dgm:pt>
    <dgm:pt modelId="{4F941814-7033-4185-BA01-C18C179CA4DC}" type="pres">
      <dgm:prSet presAssocID="{BA7139E7-4DCB-4086-9482-CCE1EEA527E7}" presName="sibTrans" presStyleCnt="0"/>
      <dgm:spPr/>
    </dgm:pt>
    <dgm:pt modelId="{0CC6C953-594E-42B8-9F80-BDC7F530F853}" type="pres">
      <dgm:prSet presAssocID="{132C83BD-575E-4935-A59A-A5F8D852D0C5}" presName="node" presStyleLbl="node1" presStyleIdx="6" presStyleCnt="8">
        <dgm:presLayoutVars>
          <dgm:bulletEnabled val="1"/>
        </dgm:presLayoutVars>
      </dgm:prSet>
      <dgm:spPr/>
    </dgm:pt>
    <dgm:pt modelId="{0E00B154-1754-4559-A382-BC058EF46ECE}" type="pres">
      <dgm:prSet presAssocID="{4DD9874F-1069-42A3-A9A6-1E8F847E095F}" presName="sibTrans" presStyleCnt="0"/>
      <dgm:spPr/>
    </dgm:pt>
    <dgm:pt modelId="{AA94F879-19ED-4A7C-85E8-2EFA59448112}" type="pres">
      <dgm:prSet presAssocID="{5044EAE7-860E-4E5D-87AA-670138133B8C}" presName="node" presStyleLbl="node1" presStyleIdx="7" presStyleCnt="8">
        <dgm:presLayoutVars>
          <dgm:bulletEnabled val="1"/>
        </dgm:presLayoutVars>
      </dgm:prSet>
      <dgm:spPr/>
    </dgm:pt>
  </dgm:ptLst>
  <dgm:cxnLst>
    <dgm:cxn modelId="{F1469021-7E3B-43E7-B73A-41C7004B6919}" srcId="{F5665AC9-F366-4A80-A62D-DEBD7D2FF5FD}" destId="{54A60CFB-2062-4983-B054-0238EB9E740F}" srcOrd="1" destOrd="0" parTransId="{D18EC22A-7331-494E-8EC3-C123738B5B69}" sibTransId="{5A3BAB3D-D4AA-4BE0-9535-0F034FB1D964}"/>
    <dgm:cxn modelId="{5E80663F-4926-46C8-BB7E-FDEF459BFF42}" type="presOf" srcId="{09546EA2-AC46-48CC-B081-B267F9E05A60}" destId="{ADC2B8BB-8EAD-46B6-924A-17A20DC65CDA}" srcOrd="0" destOrd="0" presId="urn:microsoft.com/office/officeart/2005/8/layout/default"/>
    <dgm:cxn modelId="{4DDCA16F-3337-44F0-BDFD-D32A0057F84F}" srcId="{F5665AC9-F366-4A80-A62D-DEBD7D2FF5FD}" destId="{8AB7457D-7628-4BB4-BE7A-B81FA6DBA275}" srcOrd="0" destOrd="0" parTransId="{E312BEA6-18C6-44F7-901E-BD62CFD49C51}" sibTransId="{64DFA25E-92AC-42D8-9E6B-8F842052DF1D}"/>
    <dgm:cxn modelId="{CF0FD079-DB28-4605-9E8B-1932D0D6C9A0}" srcId="{F5665AC9-F366-4A80-A62D-DEBD7D2FF5FD}" destId="{59371341-7FE7-46CC-9CFC-0976D7D4C299}" srcOrd="5" destOrd="0" parTransId="{F1F3C1AC-303A-45E3-84A7-4D15E6CC1869}" sibTransId="{BA7139E7-4DCB-4086-9482-CCE1EEA527E7}"/>
    <dgm:cxn modelId="{C870D182-F244-4B06-935B-E5C3270E8793}" type="presOf" srcId="{F5665AC9-F366-4A80-A62D-DEBD7D2FF5FD}" destId="{0237DD7F-3138-4E92-AA2C-D3B18C10AF36}" srcOrd="0" destOrd="0" presId="urn:microsoft.com/office/officeart/2005/8/layout/default"/>
    <dgm:cxn modelId="{6AB5828F-35FE-44B9-BB66-C00F1BC8365C}" srcId="{F5665AC9-F366-4A80-A62D-DEBD7D2FF5FD}" destId="{09546EA2-AC46-48CC-B081-B267F9E05A60}" srcOrd="4" destOrd="0" parTransId="{434394F4-5FB4-42BB-AE42-21107CB0FDEA}" sibTransId="{C1E59AF4-6D0A-4427-B147-A310D96D64A2}"/>
    <dgm:cxn modelId="{0F2A22A6-D50D-41CE-B6F8-74D91AB091EE}" type="presOf" srcId="{7DA4F08C-37A1-44A8-BC9A-979DBAAF1A6A}" destId="{C53181E5-50AB-46C0-AC90-BC108428C1DF}" srcOrd="0" destOrd="0" presId="urn:microsoft.com/office/officeart/2005/8/layout/default"/>
    <dgm:cxn modelId="{AA18CCB3-5742-4ECA-91F2-EFF79B4E3A14}" type="presOf" srcId="{54A60CFB-2062-4983-B054-0238EB9E740F}" destId="{29562127-2BF6-4C69-89F6-69E52222549B}" srcOrd="0" destOrd="0" presId="urn:microsoft.com/office/officeart/2005/8/layout/default"/>
    <dgm:cxn modelId="{D7BD8AB9-43EF-4533-B9B2-2F8C9594B548}" type="presOf" srcId="{5044EAE7-860E-4E5D-87AA-670138133B8C}" destId="{AA94F879-19ED-4A7C-85E8-2EFA59448112}" srcOrd="0" destOrd="0" presId="urn:microsoft.com/office/officeart/2005/8/layout/default"/>
    <dgm:cxn modelId="{2B1FA9BA-1369-424D-97EC-98498B7EE3A1}" srcId="{F5665AC9-F366-4A80-A62D-DEBD7D2FF5FD}" destId="{5044EAE7-860E-4E5D-87AA-670138133B8C}" srcOrd="7" destOrd="0" parTransId="{72913FDF-1ABE-4688-B9A1-359447CD0926}" sibTransId="{DD7404D3-5A1E-4412-B052-ABCD7A4562CC}"/>
    <dgm:cxn modelId="{8C321CC9-5065-4372-BAD1-7F2CEAAECB72}" srcId="{F5665AC9-F366-4A80-A62D-DEBD7D2FF5FD}" destId="{1DDDA4C6-7194-49A8-9260-4DB08C8CAB72}" srcOrd="2" destOrd="0" parTransId="{8FD44C3D-9199-49C8-BF2B-58D8C4927BBD}" sibTransId="{F2355CA8-81C1-4778-AE9E-A1D76003AF01}"/>
    <dgm:cxn modelId="{27C715D2-4293-4183-A4B0-9534A6143CA3}" srcId="{F5665AC9-F366-4A80-A62D-DEBD7D2FF5FD}" destId="{132C83BD-575E-4935-A59A-A5F8D852D0C5}" srcOrd="6" destOrd="0" parTransId="{A831B774-CBB9-4E9A-AA0A-2B1F8AF8EDF7}" sibTransId="{4DD9874F-1069-42A3-A9A6-1E8F847E095F}"/>
    <dgm:cxn modelId="{A345CFDD-005F-475F-B21A-3C8745677299}" type="presOf" srcId="{1DDDA4C6-7194-49A8-9260-4DB08C8CAB72}" destId="{4222DE56-0B54-4014-8A3C-08A1F434DFEC}" srcOrd="0" destOrd="0" presId="urn:microsoft.com/office/officeart/2005/8/layout/default"/>
    <dgm:cxn modelId="{D51D90E3-A481-48BF-BA24-B0420324A297}" type="presOf" srcId="{8AB7457D-7628-4BB4-BE7A-B81FA6DBA275}" destId="{3DE32AE7-E2B3-46E0-B5DB-BFF3039DC836}" srcOrd="0" destOrd="0" presId="urn:microsoft.com/office/officeart/2005/8/layout/default"/>
    <dgm:cxn modelId="{C8183DEA-1391-4DC9-B70F-FDBA656BE122}" type="presOf" srcId="{132C83BD-575E-4935-A59A-A5F8D852D0C5}" destId="{0CC6C953-594E-42B8-9F80-BDC7F530F853}" srcOrd="0" destOrd="0" presId="urn:microsoft.com/office/officeart/2005/8/layout/default"/>
    <dgm:cxn modelId="{36BA90EC-AD39-47BC-B82C-43FBF91BA9A2}" type="presOf" srcId="{59371341-7FE7-46CC-9CFC-0976D7D4C299}" destId="{142970C3-F6D5-40BC-9ED3-48A839D022B6}" srcOrd="0" destOrd="0" presId="urn:microsoft.com/office/officeart/2005/8/layout/default"/>
    <dgm:cxn modelId="{0E82FFFA-3FAA-4D62-9329-E0460866B38B}" srcId="{F5665AC9-F366-4A80-A62D-DEBD7D2FF5FD}" destId="{7DA4F08C-37A1-44A8-BC9A-979DBAAF1A6A}" srcOrd="3" destOrd="0" parTransId="{A808B158-53DA-43BD-9BAF-ADA0932DFB82}" sibTransId="{FD16C327-CFA6-4634-A9D2-4A4BAF6FEB12}"/>
    <dgm:cxn modelId="{1DFDBB52-4B32-4072-BFC9-7D421123C712}" type="presParOf" srcId="{0237DD7F-3138-4E92-AA2C-D3B18C10AF36}" destId="{3DE32AE7-E2B3-46E0-B5DB-BFF3039DC836}" srcOrd="0" destOrd="0" presId="urn:microsoft.com/office/officeart/2005/8/layout/default"/>
    <dgm:cxn modelId="{9BDB5D22-7532-416D-BFED-C75AF8C2AB22}" type="presParOf" srcId="{0237DD7F-3138-4E92-AA2C-D3B18C10AF36}" destId="{7AEED208-3E5A-4657-A76F-125737EF6337}" srcOrd="1" destOrd="0" presId="urn:microsoft.com/office/officeart/2005/8/layout/default"/>
    <dgm:cxn modelId="{6C1F2802-9018-4945-A60C-1AEC2CD22740}" type="presParOf" srcId="{0237DD7F-3138-4E92-AA2C-D3B18C10AF36}" destId="{29562127-2BF6-4C69-89F6-69E52222549B}" srcOrd="2" destOrd="0" presId="urn:microsoft.com/office/officeart/2005/8/layout/default"/>
    <dgm:cxn modelId="{F2287AA1-1500-4DF6-B017-184B213A7903}" type="presParOf" srcId="{0237DD7F-3138-4E92-AA2C-D3B18C10AF36}" destId="{61986E1F-2FB2-4A36-8290-1D788DC92A83}" srcOrd="3" destOrd="0" presId="urn:microsoft.com/office/officeart/2005/8/layout/default"/>
    <dgm:cxn modelId="{F606644A-E46C-4FD3-ACEE-3F03019A3746}" type="presParOf" srcId="{0237DD7F-3138-4E92-AA2C-D3B18C10AF36}" destId="{4222DE56-0B54-4014-8A3C-08A1F434DFEC}" srcOrd="4" destOrd="0" presId="urn:microsoft.com/office/officeart/2005/8/layout/default"/>
    <dgm:cxn modelId="{E4B74B83-B416-4A96-9AEA-4567C8EA3DB5}" type="presParOf" srcId="{0237DD7F-3138-4E92-AA2C-D3B18C10AF36}" destId="{0E930641-0B69-4A16-841E-93B3D25DC6BA}" srcOrd="5" destOrd="0" presId="urn:microsoft.com/office/officeart/2005/8/layout/default"/>
    <dgm:cxn modelId="{62A979D4-8A06-48BB-8ED8-3457AC3AE3D6}" type="presParOf" srcId="{0237DD7F-3138-4E92-AA2C-D3B18C10AF36}" destId="{C53181E5-50AB-46C0-AC90-BC108428C1DF}" srcOrd="6" destOrd="0" presId="urn:microsoft.com/office/officeart/2005/8/layout/default"/>
    <dgm:cxn modelId="{4ADF8154-C9E1-4254-9965-D804DD151E3D}" type="presParOf" srcId="{0237DD7F-3138-4E92-AA2C-D3B18C10AF36}" destId="{05121D82-42AA-47BB-B93F-3A1D1B917790}" srcOrd="7" destOrd="0" presId="urn:microsoft.com/office/officeart/2005/8/layout/default"/>
    <dgm:cxn modelId="{23EC983A-DA74-4BB0-8244-8D0BDC10A3B6}" type="presParOf" srcId="{0237DD7F-3138-4E92-AA2C-D3B18C10AF36}" destId="{ADC2B8BB-8EAD-46B6-924A-17A20DC65CDA}" srcOrd="8" destOrd="0" presId="urn:microsoft.com/office/officeart/2005/8/layout/default"/>
    <dgm:cxn modelId="{6F8615E8-0FF7-4354-92AF-CE84167C286B}" type="presParOf" srcId="{0237DD7F-3138-4E92-AA2C-D3B18C10AF36}" destId="{CF2F759A-73A3-40C2-BC7D-55FA5A4854A6}" srcOrd="9" destOrd="0" presId="urn:microsoft.com/office/officeart/2005/8/layout/default"/>
    <dgm:cxn modelId="{4AAE268D-250D-436C-A13C-7D7F8A6B6525}" type="presParOf" srcId="{0237DD7F-3138-4E92-AA2C-D3B18C10AF36}" destId="{142970C3-F6D5-40BC-9ED3-48A839D022B6}" srcOrd="10" destOrd="0" presId="urn:microsoft.com/office/officeart/2005/8/layout/default"/>
    <dgm:cxn modelId="{2194FE9B-8BEE-447B-9905-45D94919A0EC}" type="presParOf" srcId="{0237DD7F-3138-4E92-AA2C-D3B18C10AF36}" destId="{4F941814-7033-4185-BA01-C18C179CA4DC}" srcOrd="11" destOrd="0" presId="urn:microsoft.com/office/officeart/2005/8/layout/default"/>
    <dgm:cxn modelId="{6D849066-4345-4E1A-B8D9-2BC8D95ABCCA}" type="presParOf" srcId="{0237DD7F-3138-4E92-AA2C-D3B18C10AF36}" destId="{0CC6C953-594E-42B8-9F80-BDC7F530F853}" srcOrd="12" destOrd="0" presId="urn:microsoft.com/office/officeart/2005/8/layout/default"/>
    <dgm:cxn modelId="{16379248-97D9-4FCC-B9AF-8E5CDB696D54}" type="presParOf" srcId="{0237DD7F-3138-4E92-AA2C-D3B18C10AF36}" destId="{0E00B154-1754-4559-A382-BC058EF46ECE}" srcOrd="13" destOrd="0" presId="urn:microsoft.com/office/officeart/2005/8/layout/default"/>
    <dgm:cxn modelId="{56E8A338-8882-40CB-A055-C84652056B50}" type="presParOf" srcId="{0237DD7F-3138-4E92-AA2C-D3B18C10AF36}" destId="{AA94F879-19ED-4A7C-85E8-2EFA59448112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369F2A1-869B-4880-8675-0074C019C02D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5907DE61-0B4A-4CA3-9BF7-BB1A5332BBF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AHB sequence</a:t>
          </a:r>
          <a:endParaRPr lang="en-US"/>
        </a:p>
      </dgm:t>
    </dgm:pt>
    <dgm:pt modelId="{16ECD9E0-2C2D-4A41-8654-4E1786F6B152}" type="parTrans" cxnId="{A4F5EEF2-8193-46C4-8968-7A07CAD085F2}">
      <dgm:prSet/>
      <dgm:spPr/>
    </dgm:pt>
    <dgm:pt modelId="{B9B8DB0F-F62A-49E1-9EE7-1356B592E1A2}" type="sibTrans" cxnId="{A4F5EEF2-8193-46C4-8968-7A07CAD085F2}">
      <dgm:prSet/>
      <dgm:spPr/>
      <dgm:t>
        <a:bodyPr/>
        <a:lstStyle/>
        <a:p>
          <a:endParaRPr lang="en-US"/>
        </a:p>
      </dgm:t>
    </dgm:pt>
    <dgm:pt modelId="{0DF16AF8-F367-4BF8-9F30-08C587C77B4C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APB sequence</a:t>
          </a:r>
          <a:endParaRPr lang="en-US"/>
        </a:p>
      </dgm:t>
    </dgm:pt>
    <dgm:pt modelId="{FE2EC077-96A7-4CEC-990A-141E8C9D2B22}" type="parTrans" cxnId="{1FFD3C60-2A35-4F97-AE9E-AE5F5B48E520}">
      <dgm:prSet/>
      <dgm:spPr/>
    </dgm:pt>
    <dgm:pt modelId="{5105796A-07F0-4AC0-B734-9D5066C59D17}" type="sibTrans" cxnId="{1FFD3C60-2A35-4F97-AE9E-AE5F5B48E520}">
      <dgm:prSet/>
      <dgm:spPr/>
      <dgm:t>
        <a:bodyPr/>
        <a:lstStyle/>
        <a:p>
          <a:endParaRPr lang="en-US"/>
        </a:p>
      </dgm:t>
    </dgm:pt>
    <dgm:pt modelId="{DCA3F4D5-5C44-46CD-A275-65B2BF5531FE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Virtual sequence</a:t>
          </a:r>
          <a:endParaRPr lang="en-US"/>
        </a:p>
      </dgm:t>
    </dgm:pt>
    <dgm:pt modelId="{25F4CC97-41A0-468B-848D-6F81837166FB}" type="parTrans" cxnId="{87F0FD3D-2DAF-4493-8AAA-C4C11E34A8FE}">
      <dgm:prSet/>
      <dgm:spPr/>
    </dgm:pt>
    <dgm:pt modelId="{C1EE3B0A-C2A2-42B0-850C-678E1172A43B}" type="sibTrans" cxnId="{87F0FD3D-2DAF-4493-8AAA-C4C11E34A8FE}">
      <dgm:prSet/>
      <dgm:spPr/>
    </dgm:pt>
    <dgm:pt modelId="{9D99FDCF-7E8C-4DF2-BEA5-36DCE36FDD9C}" type="pres">
      <dgm:prSet presAssocID="{6369F2A1-869B-4880-8675-0074C019C02D}" presName="linearFlow" presStyleCnt="0">
        <dgm:presLayoutVars>
          <dgm:dir/>
          <dgm:resizeHandles val="exact"/>
        </dgm:presLayoutVars>
      </dgm:prSet>
      <dgm:spPr/>
    </dgm:pt>
    <dgm:pt modelId="{27A702B3-F0BA-4DD0-8755-CD1E226097FF}" type="pres">
      <dgm:prSet presAssocID="{5907DE61-0B4A-4CA3-9BF7-BB1A5332BBFF}" presName="node" presStyleLbl="node1" presStyleIdx="0" presStyleCnt="3">
        <dgm:presLayoutVars>
          <dgm:bulletEnabled val="1"/>
        </dgm:presLayoutVars>
      </dgm:prSet>
      <dgm:spPr/>
    </dgm:pt>
    <dgm:pt modelId="{D7634323-EC31-4609-B36D-D0C05CBFC620}" type="pres">
      <dgm:prSet presAssocID="{B9B8DB0F-F62A-49E1-9EE7-1356B592E1A2}" presName="spacerL" presStyleCnt="0"/>
      <dgm:spPr/>
    </dgm:pt>
    <dgm:pt modelId="{F9FDD802-65EB-4FA2-ABE9-AF2CFB4AE94E}" type="pres">
      <dgm:prSet presAssocID="{B9B8DB0F-F62A-49E1-9EE7-1356B592E1A2}" presName="sibTrans" presStyleLbl="sibTrans2D1" presStyleIdx="0" presStyleCnt="2"/>
      <dgm:spPr/>
    </dgm:pt>
    <dgm:pt modelId="{BC880B82-733A-48CF-806A-02378F86912C}" type="pres">
      <dgm:prSet presAssocID="{B9B8DB0F-F62A-49E1-9EE7-1356B592E1A2}" presName="spacerR" presStyleCnt="0"/>
      <dgm:spPr/>
    </dgm:pt>
    <dgm:pt modelId="{8577BD67-7581-43EA-85AD-5D51DC4A2759}" type="pres">
      <dgm:prSet presAssocID="{0DF16AF8-F367-4BF8-9F30-08C587C77B4C}" presName="node" presStyleLbl="node1" presStyleIdx="1" presStyleCnt="3">
        <dgm:presLayoutVars>
          <dgm:bulletEnabled val="1"/>
        </dgm:presLayoutVars>
      </dgm:prSet>
      <dgm:spPr/>
    </dgm:pt>
    <dgm:pt modelId="{02D9AFE7-5D12-4D54-A622-96EE63A43B33}" type="pres">
      <dgm:prSet presAssocID="{5105796A-07F0-4AC0-B734-9D5066C59D17}" presName="spacerL" presStyleCnt="0"/>
      <dgm:spPr/>
    </dgm:pt>
    <dgm:pt modelId="{CA649B6C-20EC-489D-986E-038F2A640C04}" type="pres">
      <dgm:prSet presAssocID="{5105796A-07F0-4AC0-B734-9D5066C59D17}" presName="sibTrans" presStyleLbl="sibTrans2D1" presStyleIdx="1" presStyleCnt="2"/>
      <dgm:spPr/>
    </dgm:pt>
    <dgm:pt modelId="{303D932D-2189-4040-A3CD-A716671FE256}" type="pres">
      <dgm:prSet presAssocID="{5105796A-07F0-4AC0-B734-9D5066C59D17}" presName="spacerR" presStyleCnt="0"/>
      <dgm:spPr/>
    </dgm:pt>
    <dgm:pt modelId="{A909F9BE-A332-46BF-BE78-F45E5E1F0332}" type="pres">
      <dgm:prSet presAssocID="{DCA3F4D5-5C44-46CD-A275-65B2BF5531FE}" presName="node" presStyleLbl="node1" presStyleIdx="2" presStyleCnt="3">
        <dgm:presLayoutVars>
          <dgm:bulletEnabled val="1"/>
        </dgm:presLayoutVars>
      </dgm:prSet>
      <dgm:spPr/>
    </dgm:pt>
  </dgm:ptLst>
  <dgm:cxnLst>
    <dgm:cxn modelId="{08349817-8DB6-47E5-A9E5-434FA8A4873C}" type="presOf" srcId="{0DF16AF8-F367-4BF8-9F30-08C587C77B4C}" destId="{8577BD67-7581-43EA-85AD-5D51DC4A2759}" srcOrd="0" destOrd="0" presId="urn:microsoft.com/office/officeart/2005/8/layout/equation1"/>
    <dgm:cxn modelId="{87F0FD3D-2DAF-4493-8AAA-C4C11E34A8FE}" srcId="{6369F2A1-869B-4880-8675-0074C019C02D}" destId="{DCA3F4D5-5C44-46CD-A275-65B2BF5531FE}" srcOrd="2" destOrd="0" parTransId="{25F4CC97-41A0-468B-848D-6F81837166FB}" sibTransId="{C1EE3B0A-C2A2-42B0-850C-678E1172A43B}"/>
    <dgm:cxn modelId="{1FFD3C60-2A35-4F97-AE9E-AE5F5B48E520}" srcId="{6369F2A1-869B-4880-8675-0074C019C02D}" destId="{0DF16AF8-F367-4BF8-9F30-08C587C77B4C}" srcOrd="1" destOrd="0" parTransId="{FE2EC077-96A7-4CEC-990A-141E8C9D2B22}" sibTransId="{5105796A-07F0-4AC0-B734-9D5066C59D17}"/>
    <dgm:cxn modelId="{B8800248-05ED-4330-A1BF-153700BD6006}" type="presOf" srcId="{B9B8DB0F-F62A-49E1-9EE7-1356B592E1A2}" destId="{F9FDD802-65EB-4FA2-ABE9-AF2CFB4AE94E}" srcOrd="0" destOrd="0" presId="urn:microsoft.com/office/officeart/2005/8/layout/equation1"/>
    <dgm:cxn modelId="{CBB1F285-FF88-4CC8-9ABC-40A50F42C515}" type="presOf" srcId="{5907DE61-0B4A-4CA3-9BF7-BB1A5332BBFF}" destId="{27A702B3-F0BA-4DD0-8755-CD1E226097FF}" srcOrd="0" destOrd="0" presId="urn:microsoft.com/office/officeart/2005/8/layout/equation1"/>
    <dgm:cxn modelId="{F0B8758C-A41B-410B-A62A-3BD19812289B}" type="presOf" srcId="{5105796A-07F0-4AC0-B734-9D5066C59D17}" destId="{CA649B6C-20EC-489D-986E-038F2A640C04}" srcOrd="0" destOrd="0" presId="urn:microsoft.com/office/officeart/2005/8/layout/equation1"/>
    <dgm:cxn modelId="{DA4536A9-146F-45A5-807A-6F02AD881CB8}" type="presOf" srcId="{DCA3F4D5-5C44-46CD-A275-65B2BF5531FE}" destId="{A909F9BE-A332-46BF-BE78-F45E5E1F0332}" srcOrd="0" destOrd="0" presId="urn:microsoft.com/office/officeart/2005/8/layout/equation1"/>
    <dgm:cxn modelId="{D34A81E9-CF59-4071-9FA6-A318279DD64D}" type="presOf" srcId="{6369F2A1-869B-4880-8675-0074C019C02D}" destId="{9D99FDCF-7E8C-4DF2-BEA5-36DCE36FDD9C}" srcOrd="0" destOrd="0" presId="urn:microsoft.com/office/officeart/2005/8/layout/equation1"/>
    <dgm:cxn modelId="{A4F5EEF2-8193-46C4-8968-7A07CAD085F2}" srcId="{6369F2A1-869B-4880-8675-0074C019C02D}" destId="{5907DE61-0B4A-4CA3-9BF7-BB1A5332BBFF}" srcOrd="0" destOrd="0" parTransId="{16ECD9E0-2C2D-4A41-8654-4E1786F6B152}" sibTransId="{B9B8DB0F-F62A-49E1-9EE7-1356B592E1A2}"/>
    <dgm:cxn modelId="{1BF942D9-6BD8-474D-992D-0FF19381E80B}" type="presParOf" srcId="{9D99FDCF-7E8C-4DF2-BEA5-36DCE36FDD9C}" destId="{27A702B3-F0BA-4DD0-8755-CD1E226097FF}" srcOrd="0" destOrd="0" presId="urn:microsoft.com/office/officeart/2005/8/layout/equation1"/>
    <dgm:cxn modelId="{790FF752-A804-4513-A17F-A91DC89F79BB}" type="presParOf" srcId="{9D99FDCF-7E8C-4DF2-BEA5-36DCE36FDD9C}" destId="{D7634323-EC31-4609-B36D-D0C05CBFC620}" srcOrd="1" destOrd="0" presId="urn:microsoft.com/office/officeart/2005/8/layout/equation1"/>
    <dgm:cxn modelId="{F9D7C672-54A0-48C7-A493-0110B15BE692}" type="presParOf" srcId="{9D99FDCF-7E8C-4DF2-BEA5-36DCE36FDD9C}" destId="{F9FDD802-65EB-4FA2-ABE9-AF2CFB4AE94E}" srcOrd="2" destOrd="0" presId="urn:microsoft.com/office/officeart/2005/8/layout/equation1"/>
    <dgm:cxn modelId="{0E982DF9-1CAD-4FC8-AA75-A7530CE4F518}" type="presParOf" srcId="{9D99FDCF-7E8C-4DF2-BEA5-36DCE36FDD9C}" destId="{BC880B82-733A-48CF-806A-02378F86912C}" srcOrd="3" destOrd="0" presId="urn:microsoft.com/office/officeart/2005/8/layout/equation1"/>
    <dgm:cxn modelId="{B0C8DFCF-52B1-461D-B277-3E6C9743D1A8}" type="presParOf" srcId="{9D99FDCF-7E8C-4DF2-BEA5-36DCE36FDD9C}" destId="{8577BD67-7581-43EA-85AD-5D51DC4A2759}" srcOrd="4" destOrd="0" presId="urn:microsoft.com/office/officeart/2005/8/layout/equation1"/>
    <dgm:cxn modelId="{379A77AE-7E11-4B33-9AAC-7E205BB195CA}" type="presParOf" srcId="{9D99FDCF-7E8C-4DF2-BEA5-36DCE36FDD9C}" destId="{02D9AFE7-5D12-4D54-A622-96EE63A43B33}" srcOrd="5" destOrd="0" presId="urn:microsoft.com/office/officeart/2005/8/layout/equation1"/>
    <dgm:cxn modelId="{DE2E3936-CC99-4B34-A7B6-1D8F62BC2D20}" type="presParOf" srcId="{9D99FDCF-7E8C-4DF2-BEA5-36DCE36FDD9C}" destId="{CA649B6C-20EC-489D-986E-038F2A640C04}" srcOrd="6" destOrd="0" presId="urn:microsoft.com/office/officeart/2005/8/layout/equation1"/>
    <dgm:cxn modelId="{D8EB7966-B7C0-4B6E-B811-23E195F2C5F2}" type="presParOf" srcId="{9D99FDCF-7E8C-4DF2-BEA5-36DCE36FDD9C}" destId="{303D932D-2189-4040-A3CD-A716671FE256}" srcOrd="7" destOrd="0" presId="urn:microsoft.com/office/officeart/2005/8/layout/equation1"/>
    <dgm:cxn modelId="{2A96AEA3-EECF-46D8-B613-E2E987A7FE38}" type="presParOf" srcId="{9D99FDCF-7E8C-4DF2-BEA5-36DCE36FDD9C}" destId="{A909F9BE-A332-46BF-BE78-F45E5E1F0332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369F2A1-869B-4880-8675-0074C019C02D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5907DE61-0B4A-4CA3-9BF7-BB1A5332BBF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AHB sequence</a:t>
          </a:r>
          <a:endParaRPr lang="en-US"/>
        </a:p>
      </dgm:t>
    </dgm:pt>
    <dgm:pt modelId="{16ECD9E0-2C2D-4A41-8654-4E1786F6B152}" type="parTrans" cxnId="{A4F5EEF2-8193-46C4-8968-7A07CAD085F2}">
      <dgm:prSet/>
      <dgm:spPr/>
    </dgm:pt>
    <dgm:pt modelId="{B9B8DB0F-F62A-49E1-9EE7-1356B592E1A2}" type="sibTrans" cxnId="{A4F5EEF2-8193-46C4-8968-7A07CAD085F2}">
      <dgm:prSet/>
      <dgm:spPr/>
      <dgm:t>
        <a:bodyPr/>
        <a:lstStyle/>
        <a:p>
          <a:endParaRPr lang="en-US"/>
        </a:p>
      </dgm:t>
    </dgm:pt>
    <dgm:pt modelId="{0DF16AF8-F367-4BF8-9F30-08C587C77B4C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APB sequence</a:t>
          </a:r>
          <a:endParaRPr lang="en-US"/>
        </a:p>
      </dgm:t>
    </dgm:pt>
    <dgm:pt modelId="{FE2EC077-96A7-4CEC-990A-141E8C9D2B22}" type="parTrans" cxnId="{1FFD3C60-2A35-4F97-AE9E-AE5F5B48E520}">
      <dgm:prSet/>
      <dgm:spPr/>
    </dgm:pt>
    <dgm:pt modelId="{5105796A-07F0-4AC0-B734-9D5066C59D17}" type="sibTrans" cxnId="{1FFD3C60-2A35-4F97-AE9E-AE5F5B48E520}">
      <dgm:prSet/>
      <dgm:spPr/>
      <dgm:t>
        <a:bodyPr/>
        <a:lstStyle/>
        <a:p>
          <a:endParaRPr lang="en-US"/>
        </a:p>
      </dgm:t>
    </dgm:pt>
    <dgm:pt modelId="{DCA3F4D5-5C44-46CD-A275-65B2BF5531FE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Param. Virtual sequence</a:t>
          </a:r>
          <a:endParaRPr lang="en-US"/>
        </a:p>
      </dgm:t>
    </dgm:pt>
    <dgm:pt modelId="{25F4CC97-41A0-468B-848D-6F81837166FB}" type="parTrans" cxnId="{87F0FD3D-2DAF-4493-8AAA-C4C11E34A8FE}">
      <dgm:prSet/>
      <dgm:spPr/>
    </dgm:pt>
    <dgm:pt modelId="{C1EE3B0A-C2A2-42B0-850C-678E1172A43B}" type="sibTrans" cxnId="{87F0FD3D-2DAF-4493-8AAA-C4C11E34A8FE}">
      <dgm:prSet/>
      <dgm:spPr/>
    </dgm:pt>
    <dgm:pt modelId="{033367BB-E7E9-48EA-AE53-29750BB3BCE5}">
      <dgm:prSet phldrT="[Text]" phldr="0"/>
      <dgm:spPr/>
      <dgm:t>
        <a:bodyPr/>
        <a:lstStyle/>
        <a:p>
          <a:r>
            <a:rPr lang="en-US" dirty="0">
              <a:latin typeface="Neue Haas Grotesk Text Pro"/>
            </a:rPr>
            <a:t>Num_iter</a:t>
          </a:r>
        </a:p>
      </dgm:t>
    </dgm:pt>
    <dgm:pt modelId="{3248E80A-F288-4148-B176-832146424BD4}" type="parTrans" cxnId="{3167EE41-F737-4802-8640-B6454633AD6B}">
      <dgm:prSet/>
      <dgm:spPr/>
    </dgm:pt>
    <dgm:pt modelId="{0B39FF4A-6A1F-439D-A5BA-5B1DD51C73B9}" type="sibTrans" cxnId="{3167EE41-F737-4802-8640-B6454633AD6B}">
      <dgm:prSet/>
      <dgm:spPr/>
      <dgm:t>
        <a:bodyPr/>
        <a:lstStyle/>
        <a:p>
          <a:endParaRPr lang="en-US"/>
        </a:p>
      </dgm:t>
    </dgm:pt>
    <dgm:pt modelId="{9D99FDCF-7E8C-4DF2-BEA5-36DCE36FDD9C}" type="pres">
      <dgm:prSet presAssocID="{6369F2A1-869B-4880-8675-0074C019C02D}" presName="linearFlow" presStyleCnt="0">
        <dgm:presLayoutVars>
          <dgm:dir/>
          <dgm:resizeHandles val="exact"/>
        </dgm:presLayoutVars>
      </dgm:prSet>
      <dgm:spPr/>
    </dgm:pt>
    <dgm:pt modelId="{27A702B3-F0BA-4DD0-8755-CD1E226097FF}" type="pres">
      <dgm:prSet presAssocID="{5907DE61-0B4A-4CA3-9BF7-BB1A5332BBFF}" presName="node" presStyleLbl="node1" presStyleIdx="0" presStyleCnt="4">
        <dgm:presLayoutVars>
          <dgm:bulletEnabled val="1"/>
        </dgm:presLayoutVars>
      </dgm:prSet>
      <dgm:spPr/>
    </dgm:pt>
    <dgm:pt modelId="{D7634323-EC31-4609-B36D-D0C05CBFC620}" type="pres">
      <dgm:prSet presAssocID="{B9B8DB0F-F62A-49E1-9EE7-1356B592E1A2}" presName="spacerL" presStyleCnt="0"/>
      <dgm:spPr/>
    </dgm:pt>
    <dgm:pt modelId="{F9FDD802-65EB-4FA2-ABE9-AF2CFB4AE94E}" type="pres">
      <dgm:prSet presAssocID="{B9B8DB0F-F62A-49E1-9EE7-1356B592E1A2}" presName="sibTrans" presStyleLbl="sibTrans2D1" presStyleIdx="0" presStyleCnt="3"/>
      <dgm:spPr/>
    </dgm:pt>
    <dgm:pt modelId="{BC880B82-733A-48CF-806A-02378F86912C}" type="pres">
      <dgm:prSet presAssocID="{B9B8DB0F-F62A-49E1-9EE7-1356B592E1A2}" presName="spacerR" presStyleCnt="0"/>
      <dgm:spPr/>
    </dgm:pt>
    <dgm:pt modelId="{8577BD67-7581-43EA-85AD-5D51DC4A2759}" type="pres">
      <dgm:prSet presAssocID="{0DF16AF8-F367-4BF8-9F30-08C587C77B4C}" presName="node" presStyleLbl="node1" presStyleIdx="1" presStyleCnt="4">
        <dgm:presLayoutVars>
          <dgm:bulletEnabled val="1"/>
        </dgm:presLayoutVars>
      </dgm:prSet>
      <dgm:spPr/>
    </dgm:pt>
    <dgm:pt modelId="{02D9AFE7-5D12-4D54-A622-96EE63A43B33}" type="pres">
      <dgm:prSet presAssocID="{5105796A-07F0-4AC0-B734-9D5066C59D17}" presName="spacerL" presStyleCnt="0"/>
      <dgm:spPr/>
    </dgm:pt>
    <dgm:pt modelId="{CA649B6C-20EC-489D-986E-038F2A640C04}" type="pres">
      <dgm:prSet presAssocID="{5105796A-07F0-4AC0-B734-9D5066C59D17}" presName="sibTrans" presStyleLbl="sibTrans2D1" presStyleIdx="1" presStyleCnt="3"/>
      <dgm:spPr/>
    </dgm:pt>
    <dgm:pt modelId="{303D932D-2189-4040-A3CD-A716671FE256}" type="pres">
      <dgm:prSet presAssocID="{5105796A-07F0-4AC0-B734-9D5066C59D17}" presName="spacerR" presStyleCnt="0"/>
      <dgm:spPr/>
    </dgm:pt>
    <dgm:pt modelId="{C99B5D66-F9F0-4EF5-B437-D2D4F0A00B17}" type="pres">
      <dgm:prSet presAssocID="{033367BB-E7E9-48EA-AE53-29750BB3BCE5}" presName="node" presStyleLbl="node1" presStyleIdx="2" presStyleCnt="4">
        <dgm:presLayoutVars>
          <dgm:bulletEnabled val="1"/>
        </dgm:presLayoutVars>
      </dgm:prSet>
      <dgm:spPr/>
    </dgm:pt>
    <dgm:pt modelId="{AA0ED7CD-7723-4D49-9D8F-2DCE0EE9DEC8}" type="pres">
      <dgm:prSet presAssocID="{0B39FF4A-6A1F-439D-A5BA-5B1DD51C73B9}" presName="spacerL" presStyleCnt="0"/>
      <dgm:spPr/>
    </dgm:pt>
    <dgm:pt modelId="{5911F66C-4A34-4F70-B113-64C344E8CFBC}" type="pres">
      <dgm:prSet presAssocID="{0B39FF4A-6A1F-439D-A5BA-5B1DD51C73B9}" presName="sibTrans" presStyleLbl="sibTrans2D1" presStyleIdx="2" presStyleCnt="3"/>
      <dgm:spPr/>
    </dgm:pt>
    <dgm:pt modelId="{A18F03E5-1A25-414F-AF9E-B816B20102B1}" type="pres">
      <dgm:prSet presAssocID="{0B39FF4A-6A1F-439D-A5BA-5B1DD51C73B9}" presName="spacerR" presStyleCnt="0"/>
      <dgm:spPr/>
    </dgm:pt>
    <dgm:pt modelId="{A909F9BE-A332-46BF-BE78-F45E5E1F0332}" type="pres">
      <dgm:prSet presAssocID="{DCA3F4D5-5C44-46CD-A275-65B2BF5531FE}" presName="node" presStyleLbl="node1" presStyleIdx="3" presStyleCnt="4">
        <dgm:presLayoutVars>
          <dgm:bulletEnabled val="1"/>
        </dgm:presLayoutVars>
      </dgm:prSet>
      <dgm:spPr/>
    </dgm:pt>
  </dgm:ptLst>
  <dgm:cxnLst>
    <dgm:cxn modelId="{FEFF8106-642B-4075-8EC7-23938C0D786E}" type="presOf" srcId="{0DF16AF8-F367-4BF8-9F30-08C587C77B4C}" destId="{8577BD67-7581-43EA-85AD-5D51DC4A2759}" srcOrd="0" destOrd="0" presId="urn:microsoft.com/office/officeart/2005/8/layout/equation1"/>
    <dgm:cxn modelId="{87F0FD3D-2DAF-4493-8AAA-C4C11E34A8FE}" srcId="{6369F2A1-869B-4880-8675-0074C019C02D}" destId="{DCA3F4D5-5C44-46CD-A275-65B2BF5531FE}" srcOrd="3" destOrd="0" parTransId="{25F4CC97-41A0-468B-848D-6F81837166FB}" sibTransId="{C1EE3B0A-C2A2-42B0-850C-678E1172A43B}"/>
    <dgm:cxn modelId="{FA89E240-1A24-4BC7-A2B6-B74E2A9E2097}" type="presOf" srcId="{0B39FF4A-6A1F-439D-A5BA-5B1DD51C73B9}" destId="{5911F66C-4A34-4F70-B113-64C344E8CFBC}" srcOrd="0" destOrd="0" presId="urn:microsoft.com/office/officeart/2005/8/layout/equation1"/>
    <dgm:cxn modelId="{1FFD3C60-2A35-4F97-AE9E-AE5F5B48E520}" srcId="{6369F2A1-869B-4880-8675-0074C019C02D}" destId="{0DF16AF8-F367-4BF8-9F30-08C587C77B4C}" srcOrd="1" destOrd="0" parTransId="{FE2EC077-96A7-4CEC-990A-141E8C9D2B22}" sibTransId="{5105796A-07F0-4AC0-B734-9D5066C59D17}"/>
    <dgm:cxn modelId="{3167EE41-F737-4802-8640-B6454633AD6B}" srcId="{6369F2A1-869B-4880-8675-0074C019C02D}" destId="{033367BB-E7E9-48EA-AE53-29750BB3BCE5}" srcOrd="2" destOrd="0" parTransId="{3248E80A-F288-4148-B176-832146424BD4}" sibTransId="{0B39FF4A-6A1F-439D-A5BA-5B1DD51C73B9}"/>
    <dgm:cxn modelId="{2F468C7C-A803-473A-BEFB-B0D2F31D2B18}" type="presOf" srcId="{5907DE61-0B4A-4CA3-9BF7-BB1A5332BBFF}" destId="{27A702B3-F0BA-4DD0-8755-CD1E226097FF}" srcOrd="0" destOrd="0" presId="urn:microsoft.com/office/officeart/2005/8/layout/equation1"/>
    <dgm:cxn modelId="{8F76D683-981B-49E6-8132-94380C899D30}" type="presOf" srcId="{B9B8DB0F-F62A-49E1-9EE7-1356B592E1A2}" destId="{F9FDD802-65EB-4FA2-ABE9-AF2CFB4AE94E}" srcOrd="0" destOrd="0" presId="urn:microsoft.com/office/officeart/2005/8/layout/equation1"/>
    <dgm:cxn modelId="{9B3B6D87-5443-4750-AB68-ABD2749B4A19}" type="presOf" srcId="{033367BB-E7E9-48EA-AE53-29750BB3BCE5}" destId="{C99B5D66-F9F0-4EF5-B437-D2D4F0A00B17}" srcOrd="0" destOrd="0" presId="urn:microsoft.com/office/officeart/2005/8/layout/equation1"/>
    <dgm:cxn modelId="{CBA943C0-98C2-4E31-B5FA-F208983044E7}" type="presOf" srcId="{DCA3F4D5-5C44-46CD-A275-65B2BF5531FE}" destId="{A909F9BE-A332-46BF-BE78-F45E5E1F0332}" srcOrd="0" destOrd="0" presId="urn:microsoft.com/office/officeart/2005/8/layout/equation1"/>
    <dgm:cxn modelId="{286C4BC4-67C0-4355-B83A-7B5449E7FBE3}" type="presOf" srcId="{5105796A-07F0-4AC0-B734-9D5066C59D17}" destId="{CA649B6C-20EC-489D-986E-038F2A640C04}" srcOrd="0" destOrd="0" presId="urn:microsoft.com/office/officeart/2005/8/layout/equation1"/>
    <dgm:cxn modelId="{D34A81E9-CF59-4071-9FA6-A318279DD64D}" type="presOf" srcId="{6369F2A1-869B-4880-8675-0074C019C02D}" destId="{9D99FDCF-7E8C-4DF2-BEA5-36DCE36FDD9C}" srcOrd="0" destOrd="0" presId="urn:microsoft.com/office/officeart/2005/8/layout/equation1"/>
    <dgm:cxn modelId="{A4F5EEF2-8193-46C4-8968-7A07CAD085F2}" srcId="{6369F2A1-869B-4880-8675-0074C019C02D}" destId="{5907DE61-0B4A-4CA3-9BF7-BB1A5332BBFF}" srcOrd="0" destOrd="0" parTransId="{16ECD9E0-2C2D-4A41-8654-4E1786F6B152}" sibTransId="{B9B8DB0F-F62A-49E1-9EE7-1356B592E1A2}"/>
    <dgm:cxn modelId="{B1DAE275-459B-46C3-B534-F6AA8DA21142}" type="presParOf" srcId="{9D99FDCF-7E8C-4DF2-BEA5-36DCE36FDD9C}" destId="{27A702B3-F0BA-4DD0-8755-CD1E226097FF}" srcOrd="0" destOrd="0" presId="urn:microsoft.com/office/officeart/2005/8/layout/equation1"/>
    <dgm:cxn modelId="{7C13C49E-0848-4476-B176-FB892F113384}" type="presParOf" srcId="{9D99FDCF-7E8C-4DF2-BEA5-36DCE36FDD9C}" destId="{D7634323-EC31-4609-B36D-D0C05CBFC620}" srcOrd="1" destOrd="0" presId="urn:microsoft.com/office/officeart/2005/8/layout/equation1"/>
    <dgm:cxn modelId="{207D930A-73C8-4E5A-AE71-04A5DDABE407}" type="presParOf" srcId="{9D99FDCF-7E8C-4DF2-BEA5-36DCE36FDD9C}" destId="{F9FDD802-65EB-4FA2-ABE9-AF2CFB4AE94E}" srcOrd="2" destOrd="0" presId="urn:microsoft.com/office/officeart/2005/8/layout/equation1"/>
    <dgm:cxn modelId="{D538D254-88B4-434E-B2A1-3FD773BB85D6}" type="presParOf" srcId="{9D99FDCF-7E8C-4DF2-BEA5-36DCE36FDD9C}" destId="{BC880B82-733A-48CF-806A-02378F86912C}" srcOrd="3" destOrd="0" presId="urn:microsoft.com/office/officeart/2005/8/layout/equation1"/>
    <dgm:cxn modelId="{B2083C40-2020-43A9-8CE4-1004477B9398}" type="presParOf" srcId="{9D99FDCF-7E8C-4DF2-BEA5-36DCE36FDD9C}" destId="{8577BD67-7581-43EA-85AD-5D51DC4A2759}" srcOrd="4" destOrd="0" presId="urn:microsoft.com/office/officeart/2005/8/layout/equation1"/>
    <dgm:cxn modelId="{C5B87DF1-6961-4D92-9520-46EDCD1CC476}" type="presParOf" srcId="{9D99FDCF-7E8C-4DF2-BEA5-36DCE36FDD9C}" destId="{02D9AFE7-5D12-4D54-A622-96EE63A43B33}" srcOrd="5" destOrd="0" presId="urn:microsoft.com/office/officeart/2005/8/layout/equation1"/>
    <dgm:cxn modelId="{47932758-9EF8-4ED4-BF06-7645D62C9936}" type="presParOf" srcId="{9D99FDCF-7E8C-4DF2-BEA5-36DCE36FDD9C}" destId="{CA649B6C-20EC-489D-986E-038F2A640C04}" srcOrd="6" destOrd="0" presId="urn:microsoft.com/office/officeart/2005/8/layout/equation1"/>
    <dgm:cxn modelId="{FBB8B4B7-3952-47AB-81CB-08B6E839B15A}" type="presParOf" srcId="{9D99FDCF-7E8C-4DF2-BEA5-36DCE36FDD9C}" destId="{303D932D-2189-4040-A3CD-A716671FE256}" srcOrd="7" destOrd="0" presId="urn:microsoft.com/office/officeart/2005/8/layout/equation1"/>
    <dgm:cxn modelId="{69AB6F49-C92F-439C-871A-1B0A9EE40146}" type="presParOf" srcId="{9D99FDCF-7E8C-4DF2-BEA5-36DCE36FDD9C}" destId="{C99B5D66-F9F0-4EF5-B437-D2D4F0A00B17}" srcOrd="8" destOrd="0" presId="urn:microsoft.com/office/officeart/2005/8/layout/equation1"/>
    <dgm:cxn modelId="{6200F766-C307-42F3-8446-4D132BCFD0C7}" type="presParOf" srcId="{9D99FDCF-7E8C-4DF2-BEA5-36DCE36FDD9C}" destId="{AA0ED7CD-7723-4D49-9D8F-2DCE0EE9DEC8}" srcOrd="9" destOrd="0" presId="urn:microsoft.com/office/officeart/2005/8/layout/equation1"/>
    <dgm:cxn modelId="{739C605C-E3B8-469B-829C-484943026CB2}" type="presParOf" srcId="{9D99FDCF-7E8C-4DF2-BEA5-36DCE36FDD9C}" destId="{5911F66C-4A34-4F70-B113-64C344E8CFBC}" srcOrd="10" destOrd="0" presId="urn:microsoft.com/office/officeart/2005/8/layout/equation1"/>
    <dgm:cxn modelId="{73079F02-C3FA-4C0D-8F15-9F279877D0E7}" type="presParOf" srcId="{9D99FDCF-7E8C-4DF2-BEA5-36DCE36FDD9C}" destId="{A18F03E5-1A25-414F-AF9E-B816B20102B1}" srcOrd="11" destOrd="0" presId="urn:microsoft.com/office/officeart/2005/8/layout/equation1"/>
    <dgm:cxn modelId="{E06BEFF4-50F0-4833-A98F-00E27B52723C}" type="presParOf" srcId="{9D99FDCF-7E8C-4DF2-BEA5-36DCE36FDD9C}" destId="{A909F9BE-A332-46BF-BE78-F45E5E1F0332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72989C5-0057-4A3C-BA04-556285ACD8B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E5D6C-E270-44CA-B9B0-6CE7344A1662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800">
              <a:latin typeface="Neue Haas Grotesk Text Pro"/>
              <a:ea typeface="+mn-ea"/>
              <a:cs typeface="+mn-cs"/>
            </a:rPr>
            <a:t>Base test</a:t>
          </a:r>
          <a:endParaRPr lang="en-US" sz="1800">
            <a:ea typeface="+mn-ea"/>
            <a:cs typeface="+mn-cs"/>
          </a:endParaRPr>
        </a:p>
      </dgm:t>
    </dgm:pt>
    <dgm:pt modelId="{F7D2A0E9-6CB6-45A3-8370-3F3DAEF8AA72}" type="parTrans" cxnId="{64DDE364-2489-4228-87EB-498C6C9A2826}">
      <dgm:prSet/>
      <dgm:spPr/>
      <dgm:t>
        <a:bodyPr/>
        <a:lstStyle/>
        <a:p>
          <a:endParaRPr lang="en-US"/>
        </a:p>
      </dgm:t>
    </dgm:pt>
    <dgm:pt modelId="{EE3D6593-14D1-4C91-ADA5-BDD3A888799D}" type="sibTrans" cxnId="{64DDE364-2489-4228-87EB-498C6C9A2826}">
      <dgm:prSet/>
      <dgm:spPr/>
      <dgm:t>
        <a:bodyPr/>
        <a:lstStyle/>
        <a:p>
          <a:endParaRPr lang="en-US"/>
        </a:p>
      </dgm:t>
    </dgm:pt>
    <dgm:pt modelId="{44290F78-6A72-4E30-9B99-79EB0F3DB48A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800">
              <a:latin typeface="Neue Haas Grotesk Text Pro"/>
              <a:ea typeface="+mn-ea"/>
              <a:cs typeface="+mn-cs"/>
            </a:rPr>
            <a:t>Main test</a:t>
          </a:r>
          <a:endParaRPr lang="en-US" sz="1800">
            <a:ea typeface="+mn-ea"/>
            <a:cs typeface="+mn-cs"/>
          </a:endParaRPr>
        </a:p>
      </dgm:t>
    </dgm:pt>
    <dgm:pt modelId="{4A024A9D-79D7-4D21-A874-EBF7476EB797}" type="parTrans" cxnId="{B2FD0E16-4A06-455F-8F5F-A43F9AE4D02D}">
      <dgm:prSet/>
      <dgm:spPr/>
      <dgm:t>
        <a:bodyPr/>
        <a:lstStyle/>
        <a:p>
          <a:endParaRPr lang="en-US"/>
        </a:p>
      </dgm:t>
    </dgm:pt>
    <dgm:pt modelId="{1A74A86A-ADB6-4C7F-ACC3-3F26B5B3C28C}" type="sibTrans" cxnId="{B2FD0E16-4A06-455F-8F5F-A43F9AE4D02D}">
      <dgm:prSet/>
      <dgm:spPr/>
      <dgm:t>
        <a:bodyPr/>
        <a:lstStyle/>
        <a:p>
          <a:endParaRPr lang="en-US"/>
        </a:p>
      </dgm:t>
    </dgm:pt>
    <dgm:pt modelId="{01148DF1-1639-4EC6-89C3-0C28709EB99D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800" dirty="0">
              <a:latin typeface="Neue Haas Grotesk Text Pro"/>
              <a:ea typeface="+mn-ea"/>
              <a:cs typeface="+mn-cs"/>
            </a:rPr>
            <a:t>Parameterized clock</a:t>
          </a:r>
        </a:p>
      </dgm:t>
    </dgm:pt>
    <dgm:pt modelId="{C43B6166-DA94-43B7-BF2B-4111476D8B4D}" type="parTrans" cxnId="{9955B4A4-3EC2-4F20-A2AB-A2CD0F2BCF66}">
      <dgm:prSet/>
      <dgm:spPr/>
      <dgm:t>
        <a:bodyPr/>
        <a:lstStyle/>
        <a:p>
          <a:endParaRPr lang="en-US"/>
        </a:p>
      </dgm:t>
    </dgm:pt>
    <dgm:pt modelId="{F86AF456-8FC6-4885-BE80-91E9AB0FA7B6}" type="sibTrans" cxnId="{9955B4A4-3EC2-4F20-A2AB-A2CD0F2BCF66}">
      <dgm:prSet/>
      <dgm:spPr/>
      <dgm:t>
        <a:bodyPr/>
        <a:lstStyle/>
        <a:p>
          <a:endParaRPr lang="en-US"/>
        </a:p>
      </dgm:t>
    </dgm:pt>
    <dgm:pt modelId="{8E24D700-4992-48AC-B376-990B477DB492}" type="pres">
      <dgm:prSet presAssocID="{372989C5-0057-4A3C-BA04-556285ACD8B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52BABD-B10F-449B-ADDE-463307903208}" type="pres">
      <dgm:prSet presAssocID="{58FE5D6C-E270-44CA-B9B0-6CE7344A1662}" presName="hierRoot1" presStyleCnt="0"/>
      <dgm:spPr/>
    </dgm:pt>
    <dgm:pt modelId="{A214954F-A1CE-4E4B-9B85-8CEE9AAC0E9E}" type="pres">
      <dgm:prSet presAssocID="{58FE5D6C-E270-44CA-B9B0-6CE7344A1662}" presName="composite" presStyleCnt="0"/>
      <dgm:spPr/>
    </dgm:pt>
    <dgm:pt modelId="{BFFA3040-EF68-4C41-87CB-A4490CC84EDD}" type="pres">
      <dgm:prSet presAssocID="{58FE5D6C-E270-44CA-B9B0-6CE7344A1662}" presName="background" presStyleLbl="node0" presStyleIdx="0" presStyleCnt="1"/>
      <dgm:spPr/>
    </dgm:pt>
    <dgm:pt modelId="{BB02407F-A534-4DF8-A7C7-FC79F5C94563}" type="pres">
      <dgm:prSet presAssocID="{58FE5D6C-E270-44CA-B9B0-6CE7344A1662}" presName="text" presStyleLbl="fgAcc0" presStyleIdx="0" presStyleCnt="1">
        <dgm:presLayoutVars>
          <dgm:chPref val="3"/>
        </dgm:presLayoutVars>
      </dgm:prSet>
      <dgm:spPr/>
    </dgm:pt>
    <dgm:pt modelId="{C855D7F7-A3C4-4BA9-8152-BD682CE4C2FC}" type="pres">
      <dgm:prSet presAssocID="{58FE5D6C-E270-44CA-B9B0-6CE7344A1662}" presName="hierChild2" presStyleCnt="0"/>
      <dgm:spPr/>
    </dgm:pt>
    <dgm:pt modelId="{F99E6AD5-B5CB-4542-A1C5-74C4897D2BB3}" type="pres">
      <dgm:prSet presAssocID="{4A024A9D-79D7-4D21-A874-EBF7476EB797}" presName="Name10" presStyleLbl="parChTrans1D2" presStyleIdx="0" presStyleCnt="1"/>
      <dgm:spPr/>
    </dgm:pt>
    <dgm:pt modelId="{95731277-8342-40F3-AB8B-4E56A727BB2E}" type="pres">
      <dgm:prSet presAssocID="{44290F78-6A72-4E30-9B99-79EB0F3DB48A}" presName="hierRoot2" presStyleCnt="0"/>
      <dgm:spPr/>
    </dgm:pt>
    <dgm:pt modelId="{A58CC739-F3DA-4B86-9DBB-AC217078B3B4}" type="pres">
      <dgm:prSet presAssocID="{44290F78-6A72-4E30-9B99-79EB0F3DB48A}" presName="composite2" presStyleCnt="0"/>
      <dgm:spPr/>
    </dgm:pt>
    <dgm:pt modelId="{2FED1973-69E8-4130-8484-D81BA70F27D3}" type="pres">
      <dgm:prSet presAssocID="{44290F78-6A72-4E30-9B99-79EB0F3DB48A}" presName="background2" presStyleLbl="node2" presStyleIdx="0" presStyleCnt="1"/>
      <dgm:spPr/>
    </dgm:pt>
    <dgm:pt modelId="{CA4573AB-DAC7-4C79-AC50-8EACA101E15E}" type="pres">
      <dgm:prSet presAssocID="{44290F78-6A72-4E30-9B99-79EB0F3DB48A}" presName="text2" presStyleLbl="fgAcc2" presStyleIdx="0" presStyleCnt="1">
        <dgm:presLayoutVars>
          <dgm:chPref val="3"/>
        </dgm:presLayoutVars>
      </dgm:prSet>
      <dgm:spPr/>
    </dgm:pt>
    <dgm:pt modelId="{55CDC05B-F2D8-4FFD-8E82-5405C41A0F7F}" type="pres">
      <dgm:prSet presAssocID="{44290F78-6A72-4E30-9B99-79EB0F3DB48A}" presName="hierChild3" presStyleCnt="0"/>
      <dgm:spPr/>
    </dgm:pt>
    <dgm:pt modelId="{87B75695-5E30-4961-91CB-9C0A02B23435}" type="pres">
      <dgm:prSet presAssocID="{C43B6166-DA94-43B7-BF2B-4111476D8B4D}" presName="Name17" presStyleLbl="parChTrans1D3" presStyleIdx="0" presStyleCnt="1"/>
      <dgm:spPr/>
    </dgm:pt>
    <dgm:pt modelId="{08DF8439-EF36-42B5-AAF3-39D2B2676CB7}" type="pres">
      <dgm:prSet presAssocID="{01148DF1-1639-4EC6-89C3-0C28709EB99D}" presName="hierRoot3" presStyleCnt="0"/>
      <dgm:spPr/>
    </dgm:pt>
    <dgm:pt modelId="{897C30ED-C74A-440D-B38A-7AD5AA17BA1D}" type="pres">
      <dgm:prSet presAssocID="{01148DF1-1639-4EC6-89C3-0C28709EB99D}" presName="composite3" presStyleCnt="0"/>
      <dgm:spPr/>
    </dgm:pt>
    <dgm:pt modelId="{89AC9980-133E-4A3A-A2ED-669D3967887C}" type="pres">
      <dgm:prSet presAssocID="{01148DF1-1639-4EC6-89C3-0C28709EB99D}" presName="background3" presStyleLbl="node3" presStyleIdx="0" presStyleCnt="1"/>
      <dgm:spPr/>
    </dgm:pt>
    <dgm:pt modelId="{3883C139-26C0-47F3-92EB-E1B2337B7670}" type="pres">
      <dgm:prSet presAssocID="{01148DF1-1639-4EC6-89C3-0C28709EB99D}" presName="text3" presStyleLbl="fgAcc3" presStyleIdx="0" presStyleCnt="1">
        <dgm:presLayoutVars>
          <dgm:chPref val="3"/>
        </dgm:presLayoutVars>
      </dgm:prSet>
      <dgm:spPr/>
    </dgm:pt>
    <dgm:pt modelId="{063FA95A-9A2F-4087-A0C3-24EEDB45DE85}" type="pres">
      <dgm:prSet presAssocID="{01148DF1-1639-4EC6-89C3-0C28709EB99D}" presName="hierChild4" presStyleCnt="0"/>
      <dgm:spPr/>
    </dgm:pt>
  </dgm:ptLst>
  <dgm:cxnLst>
    <dgm:cxn modelId="{170B2304-7553-4977-BFA8-E77B83EF2CB6}" type="presOf" srcId="{4A024A9D-79D7-4D21-A874-EBF7476EB797}" destId="{F99E6AD5-B5CB-4542-A1C5-74C4897D2BB3}" srcOrd="0" destOrd="0" presId="urn:microsoft.com/office/officeart/2005/8/layout/hierarchy1"/>
    <dgm:cxn modelId="{F9C7ED06-5857-4082-A70F-884E3A5AC00B}" type="presOf" srcId="{44290F78-6A72-4E30-9B99-79EB0F3DB48A}" destId="{CA4573AB-DAC7-4C79-AC50-8EACA101E15E}" srcOrd="0" destOrd="0" presId="urn:microsoft.com/office/officeart/2005/8/layout/hierarchy1"/>
    <dgm:cxn modelId="{B2FD0E16-4A06-455F-8F5F-A43F9AE4D02D}" srcId="{58FE5D6C-E270-44CA-B9B0-6CE7344A1662}" destId="{44290F78-6A72-4E30-9B99-79EB0F3DB48A}" srcOrd="0" destOrd="0" parTransId="{4A024A9D-79D7-4D21-A874-EBF7476EB797}" sibTransId="{1A74A86A-ADB6-4C7F-ACC3-3F26B5B3C28C}"/>
    <dgm:cxn modelId="{64DDE364-2489-4228-87EB-498C6C9A2826}" srcId="{372989C5-0057-4A3C-BA04-556285ACD8BE}" destId="{58FE5D6C-E270-44CA-B9B0-6CE7344A1662}" srcOrd="0" destOrd="0" parTransId="{F7D2A0E9-6CB6-45A3-8370-3F3DAEF8AA72}" sibTransId="{EE3D6593-14D1-4C91-ADA5-BDD3A888799D}"/>
    <dgm:cxn modelId="{C6096272-67C9-4F07-BAA4-07E8B31BA665}" type="presOf" srcId="{58FE5D6C-E270-44CA-B9B0-6CE7344A1662}" destId="{BB02407F-A534-4DF8-A7C7-FC79F5C94563}" srcOrd="0" destOrd="0" presId="urn:microsoft.com/office/officeart/2005/8/layout/hierarchy1"/>
    <dgm:cxn modelId="{EDA8988D-6EE1-4366-ABE9-B6BA58A2C24B}" type="presOf" srcId="{C43B6166-DA94-43B7-BF2B-4111476D8B4D}" destId="{87B75695-5E30-4961-91CB-9C0A02B23435}" srcOrd="0" destOrd="0" presId="urn:microsoft.com/office/officeart/2005/8/layout/hierarchy1"/>
    <dgm:cxn modelId="{703B01A0-936C-430C-B645-813EAEF76F23}" type="presOf" srcId="{01148DF1-1639-4EC6-89C3-0C28709EB99D}" destId="{3883C139-26C0-47F3-92EB-E1B2337B7670}" srcOrd="0" destOrd="0" presId="urn:microsoft.com/office/officeart/2005/8/layout/hierarchy1"/>
    <dgm:cxn modelId="{9955B4A4-3EC2-4F20-A2AB-A2CD0F2BCF66}" srcId="{44290F78-6A72-4E30-9B99-79EB0F3DB48A}" destId="{01148DF1-1639-4EC6-89C3-0C28709EB99D}" srcOrd="0" destOrd="0" parTransId="{C43B6166-DA94-43B7-BF2B-4111476D8B4D}" sibTransId="{F86AF456-8FC6-4885-BE80-91E9AB0FA7B6}"/>
    <dgm:cxn modelId="{97CE73AC-6632-40AF-A713-AFC1E1D1269F}" type="presOf" srcId="{372989C5-0057-4A3C-BA04-556285ACD8BE}" destId="{8E24D700-4992-48AC-B376-990B477DB492}" srcOrd="0" destOrd="0" presId="urn:microsoft.com/office/officeart/2005/8/layout/hierarchy1"/>
    <dgm:cxn modelId="{BDB7D878-6803-4F72-B7C5-3259273E2DAE}" type="presParOf" srcId="{8E24D700-4992-48AC-B376-990B477DB492}" destId="{8852BABD-B10F-449B-ADDE-463307903208}" srcOrd="0" destOrd="0" presId="urn:microsoft.com/office/officeart/2005/8/layout/hierarchy1"/>
    <dgm:cxn modelId="{E2B45C2A-D817-4699-92C0-77D7AE200F4B}" type="presParOf" srcId="{8852BABD-B10F-449B-ADDE-463307903208}" destId="{A214954F-A1CE-4E4B-9B85-8CEE9AAC0E9E}" srcOrd="0" destOrd="0" presId="urn:microsoft.com/office/officeart/2005/8/layout/hierarchy1"/>
    <dgm:cxn modelId="{2BF61EE8-7151-45AA-AE39-ED1215DEC055}" type="presParOf" srcId="{A214954F-A1CE-4E4B-9B85-8CEE9AAC0E9E}" destId="{BFFA3040-EF68-4C41-87CB-A4490CC84EDD}" srcOrd="0" destOrd="0" presId="urn:microsoft.com/office/officeart/2005/8/layout/hierarchy1"/>
    <dgm:cxn modelId="{0C7F22E4-C0ED-49F2-8B0C-80A44179F8BB}" type="presParOf" srcId="{A214954F-A1CE-4E4B-9B85-8CEE9AAC0E9E}" destId="{BB02407F-A534-4DF8-A7C7-FC79F5C94563}" srcOrd="1" destOrd="0" presId="urn:microsoft.com/office/officeart/2005/8/layout/hierarchy1"/>
    <dgm:cxn modelId="{355D9F80-6AC6-4BB9-9FBA-08ED6A17342C}" type="presParOf" srcId="{8852BABD-B10F-449B-ADDE-463307903208}" destId="{C855D7F7-A3C4-4BA9-8152-BD682CE4C2FC}" srcOrd="1" destOrd="0" presId="urn:microsoft.com/office/officeart/2005/8/layout/hierarchy1"/>
    <dgm:cxn modelId="{B9D20AAC-E71C-43DD-9005-DCEAC899104D}" type="presParOf" srcId="{C855D7F7-A3C4-4BA9-8152-BD682CE4C2FC}" destId="{F99E6AD5-B5CB-4542-A1C5-74C4897D2BB3}" srcOrd="0" destOrd="0" presId="urn:microsoft.com/office/officeart/2005/8/layout/hierarchy1"/>
    <dgm:cxn modelId="{C12A4F98-59C3-443E-8B0F-9F6BD62360BE}" type="presParOf" srcId="{C855D7F7-A3C4-4BA9-8152-BD682CE4C2FC}" destId="{95731277-8342-40F3-AB8B-4E56A727BB2E}" srcOrd="1" destOrd="0" presId="urn:microsoft.com/office/officeart/2005/8/layout/hierarchy1"/>
    <dgm:cxn modelId="{643695F2-1084-4F5C-BE3C-101CB6AF544B}" type="presParOf" srcId="{95731277-8342-40F3-AB8B-4E56A727BB2E}" destId="{A58CC739-F3DA-4B86-9DBB-AC217078B3B4}" srcOrd="0" destOrd="0" presId="urn:microsoft.com/office/officeart/2005/8/layout/hierarchy1"/>
    <dgm:cxn modelId="{24C419FE-6A1B-4670-A554-56DA0218C452}" type="presParOf" srcId="{A58CC739-F3DA-4B86-9DBB-AC217078B3B4}" destId="{2FED1973-69E8-4130-8484-D81BA70F27D3}" srcOrd="0" destOrd="0" presId="urn:microsoft.com/office/officeart/2005/8/layout/hierarchy1"/>
    <dgm:cxn modelId="{C5304511-7374-42A7-9FE7-6C2D223B7654}" type="presParOf" srcId="{A58CC739-F3DA-4B86-9DBB-AC217078B3B4}" destId="{CA4573AB-DAC7-4C79-AC50-8EACA101E15E}" srcOrd="1" destOrd="0" presId="urn:microsoft.com/office/officeart/2005/8/layout/hierarchy1"/>
    <dgm:cxn modelId="{01887DA1-A049-45A4-82A1-453B2CE91A9A}" type="presParOf" srcId="{95731277-8342-40F3-AB8B-4E56A727BB2E}" destId="{55CDC05B-F2D8-4FFD-8E82-5405C41A0F7F}" srcOrd="1" destOrd="0" presId="urn:microsoft.com/office/officeart/2005/8/layout/hierarchy1"/>
    <dgm:cxn modelId="{E6F818BE-EA23-48B5-BE15-91773722FB6C}" type="presParOf" srcId="{55CDC05B-F2D8-4FFD-8E82-5405C41A0F7F}" destId="{87B75695-5E30-4961-91CB-9C0A02B23435}" srcOrd="0" destOrd="0" presId="urn:microsoft.com/office/officeart/2005/8/layout/hierarchy1"/>
    <dgm:cxn modelId="{91939935-290A-465A-91F9-2D6138A8B620}" type="presParOf" srcId="{55CDC05B-F2D8-4FFD-8E82-5405C41A0F7F}" destId="{08DF8439-EF36-42B5-AAF3-39D2B2676CB7}" srcOrd="1" destOrd="0" presId="urn:microsoft.com/office/officeart/2005/8/layout/hierarchy1"/>
    <dgm:cxn modelId="{7367BA16-925A-41F6-8871-E5BFD71545DE}" type="presParOf" srcId="{08DF8439-EF36-42B5-AAF3-39D2B2676CB7}" destId="{897C30ED-C74A-440D-B38A-7AD5AA17BA1D}" srcOrd="0" destOrd="0" presId="urn:microsoft.com/office/officeart/2005/8/layout/hierarchy1"/>
    <dgm:cxn modelId="{A3627FDB-50B1-4F4D-9499-04EE1E018C07}" type="presParOf" srcId="{897C30ED-C74A-440D-B38A-7AD5AA17BA1D}" destId="{89AC9980-133E-4A3A-A2ED-669D3967887C}" srcOrd="0" destOrd="0" presId="urn:microsoft.com/office/officeart/2005/8/layout/hierarchy1"/>
    <dgm:cxn modelId="{EDA7E3AA-07F2-40BA-87D8-E5567AE8F179}" type="presParOf" srcId="{897C30ED-C74A-440D-B38A-7AD5AA17BA1D}" destId="{3883C139-26C0-47F3-92EB-E1B2337B7670}" srcOrd="1" destOrd="0" presId="urn:microsoft.com/office/officeart/2005/8/layout/hierarchy1"/>
    <dgm:cxn modelId="{5DAE8480-4906-4606-8F8B-824C686ADC5F}" type="presParOf" srcId="{08DF8439-EF36-42B5-AAF3-39D2B2676CB7}" destId="{063FA95A-9A2F-4087-A0C3-24EEDB45DE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6078188-A45F-49B5-A3F6-5F350536148F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FB3A91-EF2D-40B6-922E-FDAF721EDFD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Reset</a:t>
          </a:r>
          <a:endParaRPr lang="en-US"/>
        </a:p>
      </dgm:t>
    </dgm:pt>
    <dgm:pt modelId="{1B2FC288-9F29-472C-B112-592024BA9A5D}" type="parTrans" cxnId="{EBE42A01-DA15-4A2D-8025-8F91F68A1B38}">
      <dgm:prSet/>
      <dgm:spPr/>
      <dgm:t>
        <a:bodyPr/>
        <a:lstStyle/>
        <a:p>
          <a:endParaRPr lang="en-US"/>
        </a:p>
      </dgm:t>
    </dgm:pt>
    <dgm:pt modelId="{55EB3414-BB86-48D7-A544-5DD1629E0E58}" type="sibTrans" cxnId="{EBE42A01-DA15-4A2D-8025-8F91F68A1B38}">
      <dgm:prSet/>
      <dgm:spPr/>
      <dgm:t>
        <a:bodyPr/>
        <a:lstStyle/>
        <a:p>
          <a:endParaRPr lang="en-US"/>
        </a:p>
      </dgm:t>
    </dgm:pt>
    <dgm:pt modelId="{AC48DB6C-AD59-4C07-8A79-2451E0B35A58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Virtual sequence 1</a:t>
          </a:r>
          <a:endParaRPr lang="en-US"/>
        </a:p>
      </dgm:t>
    </dgm:pt>
    <dgm:pt modelId="{69D3C2D4-3ED0-4903-80CE-AF13F7FDE679}" type="parTrans" cxnId="{C52130EB-872C-4A14-9569-AFEAC5974C55}">
      <dgm:prSet/>
      <dgm:spPr/>
      <dgm:t>
        <a:bodyPr/>
        <a:lstStyle/>
        <a:p>
          <a:endParaRPr lang="en-US"/>
        </a:p>
      </dgm:t>
    </dgm:pt>
    <dgm:pt modelId="{D4ADB40E-67FC-447E-9916-8848FCD3AB66}" type="sibTrans" cxnId="{C52130EB-872C-4A14-9569-AFEAC5974C55}">
      <dgm:prSet/>
      <dgm:spPr/>
      <dgm:t>
        <a:bodyPr/>
        <a:lstStyle/>
        <a:p>
          <a:endParaRPr lang="en-US"/>
        </a:p>
      </dgm:t>
    </dgm:pt>
    <dgm:pt modelId="{14613DA6-87D0-4B9F-9685-A3DCB2664B01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Virtual sequence 2</a:t>
          </a:r>
          <a:endParaRPr lang="en-US"/>
        </a:p>
      </dgm:t>
    </dgm:pt>
    <dgm:pt modelId="{E75A4232-C3ED-4A04-AEDD-B58041CB136D}" type="parTrans" cxnId="{B6A2F60F-F8A6-4904-9891-4B9EC515635F}">
      <dgm:prSet/>
      <dgm:spPr/>
      <dgm:t>
        <a:bodyPr/>
        <a:lstStyle/>
        <a:p>
          <a:endParaRPr lang="en-US"/>
        </a:p>
      </dgm:t>
    </dgm:pt>
    <dgm:pt modelId="{973C5CCE-3ED4-4CEC-91D0-859C1855D952}" type="sibTrans" cxnId="{B6A2F60F-F8A6-4904-9891-4B9EC515635F}">
      <dgm:prSet/>
      <dgm:spPr/>
      <dgm:t>
        <a:bodyPr/>
        <a:lstStyle/>
        <a:p>
          <a:endParaRPr lang="en-US"/>
        </a:p>
      </dgm:t>
    </dgm:pt>
    <dgm:pt modelId="{45325437-62B7-4BE9-9DF9-3E987941D35B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Virtual sequence n</a:t>
          </a:r>
          <a:endParaRPr lang="en-US"/>
        </a:p>
      </dgm:t>
    </dgm:pt>
    <dgm:pt modelId="{3461A561-084B-4DC5-83F7-0A0AE5C5A550}" type="parTrans" cxnId="{C2FF8641-2C76-41FE-9686-0C936781E327}">
      <dgm:prSet/>
      <dgm:spPr/>
      <dgm:t>
        <a:bodyPr/>
        <a:lstStyle/>
        <a:p>
          <a:endParaRPr lang="en-US"/>
        </a:p>
      </dgm:t>
    </dgm:pt>
    <dgm:pt modelId="{14449CCC-122A-46F6-A862-1CB81FC6305D}" type="sibTrans" cxnId="{C2FF8641-2C76-41FE-9686-0C936781E327}">
      <dgm:prSet/>
      <dgm:spPr/>
      <dgm:t>
        <a:bodyPr/>
        <a:lstStyle/>
        <a:p>
          <a:endParaRPr lang="en-US"/>
        </a:p>
      </dgm:t>
    </dgm:pt>
    <dgm:pt modelId="{3EBBE7DC-68C9-4CC6-B881-9544B3EB890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Reset during sequence</a:t>
          </a:r>
          <a:endParaRPr lang="en-US"/>
        </a:p>
      </dgm:t>
    </dgm:pt>
    <dgm:pt modelId="{B6F445FB-3D97-45C0-ADE3-2012AD5AD87A}" type="parTrans" cxnId="{814B9996-D2AA-4483-AEC5-A22FCCC72568}">
      <dgm:prSet/>
      <dgm:spPr/>
      <dgm:t>
        <a:bodyPr/>
        <a:lstStyle/>
        <a:p>
          <a:endParaRPr lang="en-US"/>
        </a:p>
      </dgm:t>
    </dgm:pt>
    <dgm:pt modelId="{A6ACDF36-A149-4970-B73F-21E67A9EA7A7}" type="sibTrans" cxnId="{814B9996-D2AA-4483-AEC5-A22FCCC72568}">
      <dgm:prSet/>
      <dgm:spPr/>
      <dgm:t>
        <a:bodyPr/>
        <a:lstStyle/>
        <a:p>
          <a:endParaRPr lang="en-US"/>
        </a:p>
      </dgm:t>
    </dgm:pt>
    <dgm:pt modelId="{9F4B7484-D287-412A-AFE3-567BD68B7AF2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Repeat with different clocks</a:t>
          </a:r>
        </a:p>
      </dgm:t>
    </dgm:pt>
    <dgm:pt modelId="{BC6412AA-218A-4BEC-9F5E-4A822421293A}" type="parTrans" cxnId="{C1D27916-5DE2-4A23-B756-9EC922FAE73E}">
      <dgm:prSet/>
      <dgm:spPr/>
      <dgm:t>
        <a:bodyPr/>
        <a:lstStyle/>
        <a:p>
          <a:endParaRPr lang="en-US"/>
        </a:p>
      </dgm:t>
    </dgm:pt>
    <dgm:pt modelId="{763A67B1-EF88-4BF3-8709-723789E6904E}" type="sibTrans" cxnId="{C1D27916-5DE2-4A23-B756-9EC922FAE73E}">
      <dgm:prSet/>
      <dgm:spPr/>
      <dgm:t>
        <a:bodyPr/>
        <a:lstStyle/>
        <a:p>
          <a:endParaRPr lang="en-US"/>
        </a:p>
      </dgm:t>
    </dgm:pt>
    <dgm:pt modelId="{A7CD14E3-DED8-45B3-B587-33C6EF2A6380}" type="pres">
      <dgm:prSet presAssocID="{E6078188-A45F-49B5-A3F6-5F350536148F}" presName="diagram" presStyleCnt="0">
        <dgm:presLayoutVars>
          <dgm:dir/>
          <dgm:resizeHandles val="exact"/>
        </dgm:presLayoutVars>
      </dgm:prSet>
      <dgm:spPr/>
    </dgm:pt>
    <dgm:pt modelId="{DF20CA4E-E890-4E9A-976F-BD15C6E3EFD0}" type="pres">
      <dgm:prSet presAssocID="{5AFB3A91-EF2D-40B6-922E-FDAF721EDFDF}" presName="node" presStyleLbl="node1" presStyleIdx="0" presStyleCnt="6">
        <dgm:presLayoutVars>
          <dgm:bulletEnabled val="1"/>
        </dgm:presLayoutVars>
      </dgm:prSet>
      <dgm:spPr/>
    </dgm:pt>
    <dgm:pt modelId="{B9A8A3B3-DAA2-43CE-862F-0D226F86B8A0}" type="pres">
      <dgm:prSet presAssocID="{55EB3414-BB86-48D7-A544-5DD1629E0E58}" presName="sibTrans" presStyleLbl="sibTrans2D1" presStyleIdx="0" presStyleCnt="5"/>
      <dgm:spPr/>
    </dgm:pt>
    <dgm:pt modelId="{640BA01D-FB24-4B24-82F1-C69A704CEF5F}" type="pres">
      <dgm:prSet presAssocID="{55EB3414-BB86-48D7-A544-5DD1629E0E58}" presName="connectorText" presStyleLbl="sibTrans2D1" presStyleIdx="0" presStyleCnt="5"/>
      <dgm:spPr/>
    </dgm:pt>
    <dgm:pt modelId="{F04AA611-795E-4E01-94B6-89839B677DD1}" type="pres">
      <dgm:prSet presAssocID="{AC48DB6C-AD59-4C07-8A79-2451E0B35A58}" presName="node" presStyleLbl="node1" presStyleIdx="1" presStyleCnt="6">
        <dgm:presLayoutVars>
          <dgm:bulletEnabled val="1"/>
        </dgm:presLayoutVars>
      </dgm:prSet>
      <dgm:spPr/>
    </dgm:pt>
    <dgm:pt modelId="{D95FEA20-21D1-4B9C-A64E-BCD7EFC5307F}" type="pres">
      <dgm:prSet presAssocID="{D4ADB40E-67FC-447E-9916-8848FCD3AB66}" presName="sibTrans" presStyleLbl="sibTrans2D1" presStyleIdx="1" presStyleCnt="5"/>
      <dgm:spPr/>
    </dgm:pt>
    <dgm:pt modelId="{A395F10E-8F6C-4F0C-8873-17207AF4B2BE}" type="pres">
      <dgm:prSet presAssocID="{D4ADB40E-67FC-447E-9916-8848FCD3AB66}" presName="connectorText" presStyleLbl="sibTrans2D1" presStyleIdx="1" presStyleCnt="5"/>
      <dgm:spPr/>
    </dgm:pt>
    <dgm:pt modelId="{84E1365E-8E74-4020-A0BB-566C0952783A}" type="pres">
      <dgm:prSet presAssocID="{14613DA6-87D0-4B9F-9685-A3DCB2664B01}" presName="node" presStyleLbl="node1" presStyleIdx="2" presStyleCnt="6">
        <dgm:presLayoutVars>
          <dgm:bulletEnabled val="1"/>
        </dgm:presLayoutVars>
      </dgm:prSet>
      <dgm:spPr/>
    </dgm:pt>
    <dgm:pt modelId="{53D0166B-684F-4BEB-A46B-0C7B20E2142F}" type="pres">
      <dgm:prSet presAssocID="{973C5CCE-3ED4-4CEC-91D0-859C1855D952}" presName="sibTrans" presStyleLbl="sibTrans2D1" presStyleIdx="2" presStyleCnt="5"/>
      <dgm:spPr/>
    </dgm:pt>
    <dgm:pt modelId="{49A628A4-60B1-4B2D-AD59-5881D1D7AD38}" type="pres">
      <dgm:prSet presAssocID="{973C5CCE-3ED4-4CEC-91D0-859C1855D952}" presName="connectorText" presStyleLbl="sibTrans2D1" presStyleIdx="2" presStyleCnt="5"/>
      <dgm:spPr/>
    </dgm:pt>
    <dgm:pt modelId="{26D95B35-F78B-4652-BD01-E7D643896A2B}" type="pres">
      <dgm:prSet presAssocID="{45325437-62B7-4BE9-9DF9-3E987941D35B}" presName="node" presStyleLbl="node1" presStyleIdx="3" presStyleCnt="6">
        <dgm:presLayoutVars>
          <dgm:bulletEnabled val="1"/>
        </dgm:presLayoutVars>
      </dgm:prSet>
      <dgm:spPr/>
    </dgm:pt>
    <dgm:pt modelId="{FBCCE48A-C1AB-493D-800D-0284CFDC90C4}" type="pres">
      <dgm:prSet presAssocID="{14449CCC-122A-46F6-A862-1CB81FC6305D}" presName="sibTrans" presStyleLbl="sibTrans2D1" presStyleIdx="3" presStyleCnt="5"/>
      <dgm:spPr/>
    </dgm:pt>
    <dgm:pt modelId="{66556BBA-B875-40E3-8B1D-C32E5DA8AB5D}" type="pres">
      <dgm:prSet presAssocID="{14449CCC-122A-46F6-A862-1CB81FC6305D}" presName="connectorText" presStyleLbl="sibTrans2D1" presStyleIdx="3" presStyleCnt="5"/>
      <dgm:spPr/>
    </dgm:pt>
    <dgm:pt modelId="{7F2D8E1F-8C62-4A07-BE98-04CB1B7DCA31}" type="pres">
      <dgm:prSet presAssocID="{3EBBE7DC-68C9-4CC6-B881-9544B3EB890F}" presName="node" presStyleLbl="node1" presStyleIdx="4" presStyleCnt="6">
        <dgm:presLayoutVars>
          <dgm:bulletEnabled val="1"/>
        </dgm:presLayoutVars>
      </dgm:prSet>
      <dgm:spPr/>
    </dgm:pt>
    <dgm:pt modelId="{0C93764F-7067-4A3B-9CC4-E7F5D81FD174}" type="pres">
      <dgm:prSet presAssocID="{A6ACDF36-A149-4970-B73F-21E67A9EA7A7}" presName="sibTrans" presStyleLbl="sibTrans2D1" presStyleIdx="4" presStyleCnt="5"/>
      <dgm:spPr/>
    </dgm:pt>
    <dgm:pt modelId="{D84512A9-E675-49D4-9FCB-5E2D22D4BEB7}" type="pres">
      <dgm:prSet presAssocID="{A6ACDF36-A149-4970-B73F-21E67A9EA7A7}" presName="connectorText" presStyleLbl="sibTrans2D1" presStyleIdx="4" presStyleCnt="5"/>
      <dgm:spPr/>
    </dgm:pt>
    <dgm:pt modelId="{2E2B0FDF-7A9A-4447-84F6-26A8675925C6}" type="pres">
      <dgm:prSet presAssocID="{9F4B7484-D287-412A-AFE3-567BD68B7AF2}" presName="node" presStyleLbl="node1" presStyleIdx="5" presStyleCnt="6">
        <dgm:presLayoutVars>
          <dgm:bulletEnabled val="1"/>
        </dgm:presLayoutVars>
      </dgm:prSet>
      <dgm:spPr/>
    </dgm:pt>
  </dgm:ptLst>
  <dgm:cxnLst>
    <dgm:cxn modelId="{EBE42A01-DA15-4A2D-8025-8F91F68A1B38}" srcId="{E6078188-A45F-49B5-A3F6-5F350536148F}" destId="{5AFB3A91-EF2D-40B6-922E-FDAF721EDFDF}" srcOrd="0" destOrd="0" parTransId="{1B2FC288-9F29-472C-B112-592024BA9A5D}" sibTransId="{55EB3414-BB86-48D7-A544-5DD1629E0E58}"/>
    <dgm:cxn modelId="{B6A2F60F-F8A6-4904-9891-4B9EC515635F}" srcId="{E6078188-A45F-49B5-A3F6-5F350536148F}" destId="{14613DA6-87D0-4B9F-9685-A3DCB2664B01}" srcOrd="2" destOrd="0" parTransId="{E75A4232-C3ED-4A04-AEDD-B58041CB136D}" sibTransId="{973C5CCE-3ED4-4CEC-91D0-859C1855D952}"/>
    <dgm:cxn modelId="{C1D27916-5DE2-4A23-B756-9EC922FAE73E}" srcId="{E6078188-A45F-49B5-A3F6-5F350536148F}" destId="{9F4B7484-D287-412A-AFE3-567BD68B7AF2}" srcOrd="5" destOrd="0" parTransId="{BC6412AA-218A-4BEC-9F5E-4A822421293A}" sibTransId="{763A67B1-EF88-4BF3-8709-723789E6904E}"/>
    <dgm:cxn modelId="{670F6F18-A0DF-4B67-9669-62EAAD1F3AD0}" type="presOf" srcId="{45325437-62B7-4BE9-9DF9-3E987941D35B}" destId="{26D95B35-F78B-4652-BD01-E7D643896A2B}" srcOrd="0" destOrd="0" presId="urn:microsoft.com/office/officeart/2005/8/layout/process5"/>
    <dgm:cxn modelId="{F682A824-BA85-492F-A0FF-42FCAF16F4C5}" type="presOf" srcId="{D4ADB40E-67FC-447E-9916-8848FCD3AB66}" destId="{A395F10E-8F6C-4F0C-8873-17207AF4B2BE}" srcOrd="1" destOrd="0" presId="urn:microsoft.com/office/officeart/2005/8/layout/process5"/>
    <dgm:cxn modelId="{1E3DEB2B-CE33-4291-852C-5DC5C1E1CF60}" type="presOf" srcId="{5AFB3A91-EF2D-40B6-922E-FDAF721EDFDF}" destId="{DF20CA4E-E890-4E9A-976F-BD15C6E3EFD0}" srcOrd="0" destOrd="0" presId="urn:microsoft.com/office/officeart/2005/8/layout/process5"/>
    <dgm:cxn modelId="{33BC562C-0E96-4A13-B58B-F68039B00D0A}" type="presOf" srcId="{3EBBE7DC-68C9-4CC6-B881-9544B3EB890F}" destId="{7F2D8E1F-8C62-4A07-BE98-04CB1B7DCA31}" srcOrd="0" destOrd="0" presId="urn:microsoft.com/office/officeart/2005/8/layout/process5"/>
    <dgm:cxn modelId="{49C0B92D-C958-40AE-AAFE-9ECD2942B587}" type="presOf" srcId="{14449CCC-122A-46F6-A862-1CB81FC6305D}" destId="{FBCCE48A-C1AB-493D-800D-0284CFDC90C4}" srcOrd="0" destOrd="0" presId="urn:microsoft.com/office/officeart/2005/8/layout/process5"/>
    <dgm:cxn modelId="{1AD6123E-5F9D-45A3-9E6A-8032D59A30E8}" type="presOf" srcId="{D4ADB40E-67FC-447E-9916-8848FCD3AB66}" destId="{D95FEA20-21D1-4B9C-A64E-BCD7EFC5307F}" srcOrd="0" destOrd="0" presId="urn:microsoft.com/office/officeart/2005/8/layout/process5"/>
    <dgm:cxn modelId="{C2FF8641-2C76-41FE-9686-0C936781E327}" srcId="{E6078188-A45F-49B5-A3F6-5F350536148F}" destId="{45325437-62B7-4BE9-9DF9-3E987941D35B}" srcOrd="3" destOrd="0" parTransId="{3461A561-084B-4DC5-83F7-0A0AE5C5A550}" sibTransId="{14449CCC-122A-46F6-A862-1CB81FC6305D}"/>
    <dgm:cxn modelId="{7A716F64-C025-4099-A65D-2EEB0F257AB7}" type="presOf" srcId="{A6ACDF36-A149-4970-B73F-21E67A9EA7A7}" destId="{D84512A9-E675-49D4-9FCB-5E2D22D4BEB7}" srcOrd="1" destOrd="0" presId="urn:microsoft.com/office/officeart/2005/8/layout/process5"/>
    <dgm:cxn modelId="{E2D5D266-1FEF-4A64-A47A-D253A5CE2E76}" type="presOf" srcId="{973C5CCE-3ED4-4CEC-91D0-859C1855D952}" destId="{49A628A4-60B1-4B2D-AD59-5881D1D7AD38}" srcOrd="1" destOrd="0" presId="urn:microsoft.com/office/officeart/2005/8/layout/process5"/>
    <dgm:cxn modelId="{13C1716F-2100-41D6-8CDA-BD1EB280B8BE}" type="presOf" srcId="{A6ACDF36-A149-4970-B73F-21E67A9EA7A7}" destId="{0C93764F-7067-4A3B-9CC4-E7F5D81FD174}" srcOrd="0" destOrd="0" presId="urn:microsoft.com/office/officeart/2005/8/layout/process5"/>
    <dgm:cxn modelId="{67AC0B79-9F71-4974-80AB-D70788CA1F7B}" type="presOf" srcId="{14449CCC-122A-46F6-A862-1CB81FC6305D}" destId="{66556BBA-B875-40E3-8B1D-C32E5DA8AB5D}" srcOrd="1" destOrd="0" presId="urn:microsoft.com/office/officeart/2005/8/layout/process5"/>
    <dgm:cxn modelId="{952BF093-4103-49A9-A105-96B87F0D5D64}" type="presOf" srcId="{973C5CCE-3ED4-4CEC-91D0-859C1855D952}" destId="{53D0166B-684F-4BEB-A46B-0C7B20E2142F}" srcOrd="0" destOrd="0" presId="urn:microsoft.com/office/officeart/2005/8/layout/process5"/>
    <dgm:cxn modelId="{CD3D2595-9E47-45E7-A1A6-12902991732D}" type="presOf" srcId="{9F4B7484-D287-412A-AFE3-567BD68B7AF2}" destId="{2E2B0FDF-7A9A-4447-84F6-26A8675925C6}" srcOrd="0" destOrd="0" presId="urn:microsoft.com/office/officeart/2005/8/layout/process5"/>
    <dgm:cxn modelId="{814B9996-D2AA-4483-AEC5-A22FCCC72568}" srcId="{E6078188-A45F-49B5-A3F6-5F350536148F}" destId="{3EBBE7DC-68C9-4CC6-B881-9544B3EB890F}" srcOrd="4" destOrd="0" parTransId="{B6F445FB-3D97-45C0-ADE3-2012AD5AD87A}" sibTransId="{A6ACDF36-A149-4970-B73F-21E67A9EA7A7}"/>
    <dgm:cxn modelId="{66E9AF9E-20E7-4974-97AC-7FBE5CC3FBA2}" type="presOf" srcId="{14613DA6-87D0-4B9F-9685-A3DCB2664B01}" destId="{84E1365E-8E74-4020-A0BB-566C0952783A}" srcOrd="0" destOrd="0" presId="urn:microsoft.com/office/officeart/2005/8/layout/process5"/>
    <dgm:cxn modelId="{B33F97B3-61CD-4DBB-91C6-E772AB7F2C86}" type="presOf" srcId="{55EB3414-BB86-48D7-A544-5DD1629E0E58}" destId="{B9A8A3B3-DAA2-43CE-862F-0D226F86B8A0}" srcOrd="0" destOrd="0" presId="urn:microsoft.com/office/officeart/2005/8/layout/process5"/>
    <dgm:cxn modelId="{987AD0BA-99CB-4B03-A46C-4C5744002E48}" type="presOf" srcId="{E6078188-A45F-49B5-A3F6-5F350536148F}" destId="{A7CD14E3-DED8-45B3-B587-33C6EF2A6380}" srcOrd="0" destOrd="0" presId="urn:microsoft.com/office/officeart/2005/8/layout/process5"/>
    <dgm:cxn modelId="{B626B1D3-E4CF-4787-98A0-EE8699BA5F0B}" type="presOf" srcId="{AC48DB6C-AD59-4C07-8A79-2451E0B35A58}" destId="{F04AA611-795E-4E01-94B6-89839B677DD1}" srcOrd="0" destOrd="0" presId="urn:microsoft.com/office/officeart/2005/8/layout/process5"/>
    <dgm:cxn modelId="{6E0B85DD-1987-4EE3-91EE-40A13D974DB1}" type="presOf" srcId="{55EB3414-BB86-48D7-A544-5DD1629E0E58}" destId="{640BA01D-FB24-4B24-82F1-C69A704CEF5F}" srcOrd="1" destOrd="0" presId="urn:microsoft.com/office/officeart/2005/8/layout/process5"/>
    <dgm:cxn modelId="{C52130EB-872C-4A14-9569-AFEAC5974C55}" srcId="{E6078188-A45F-49B5-A3F6-5F350536148F}" destId="{AC48DB6C-AD59-4C07-8A79-2451E0B35A58}" srcOrd="1" destOrd="0" parTransId="{69D3C2D4-3ED0-4903-80CE-AF13F7FDE679}" sibTransId="{D4ADB40E-67FC-447E-9916-8848FCD3AB66}"/>
    <dgm:cxn modelId="{8B072C40-01D4-4D54-8072-56E587171CAE}" type="presParOf" srcId="{A7CD14E3-DED8-45B3-B587-33C6EF2A6380}" destId="{DF20CA4E-E890-4E9A-976F-BD15C6E3EFD0}" srcOrd="0" destOrd="0" presId="urn:microsoft.com/office/officeart/2005/8/layout/process5"/>
    <dgm:cxn modelId="{A43616A1-12C6-4D22-8195-DB5C27E97860}" type="presParOf" srcId="{A7CD14E3-DED8-45B3-B587-33C6EF2A6380}" destId="{B9A8A3B3-DAA2-43CE-862F-0D226F86B8A0}" srcOrd="1" destOrd="0" presId="urn:microsoft.com/office/officeart/2005/8/layout/process5"/>
    <dgm:cxn modelId="{974A4B16-9DFD-4C3B-AD7F-FB7C132DEF7D}" type="presParOf" srcId="{B9A8A3B3-DAA2-43CE-862F-0D226F86B8A0}" destId="{640BA01D-FB24-4B24-82F1-C69A704CEF5F}" srcOrd="0" destOrd="0" presId="urn:microsoft.com/office/officeart/2005/8/layout/process5"/>
    <dgm:cxn modelId="{2EDBD788-DC5B-4D3F-A7BB-5E55B5DE7862}" type="presParOf" srcId="{A7CD14E3-DED8-45B3-B587-33C6EF2A6380}" destId="{F04AA611-795E-4E01-94B6-89839B677DD1}" srcOrd="2" destOrd="0" presId="urn:microsoft.com/office/officeart/2005/8/layout/process5"/>
    <dgm:cxn modelId="{0B746E20-E8D1-432E-8C77-6FEC754B9F87}" type="presParOf" srcId="{A7CD14E3-DED8-45B3-B587-33C6EF2A6380}" destId="{D95FEA20-21D1-4B9C-A64E-BCD7EFC5307F}" srcOrd="3" destOrd="0" presId="urn:microsoft.com/office/officeart/2005/8/layout/process5"/>
    <dgm:cxn modelId="{08F8B033-59DF-4064-904A-F5F61E7B4EA6}" type="presParOf" srcId="{D95FEA20-21D1-4B9C-A64E-BCD7EFC5307F}" destId="{A395F10E-8F6C-4F0C-8873-17207AF4B2BE}" srcOrd="0" destOrd="0" presId="urn:microsoft.com/office/officeart/2005/8/layout/process5"/>
    <dgm:cxn modelId="{9CFF1753-9212-4FAD-9189-E9FE24780E9F}" type="presParOf" srcId="{A7CD14E3-DED8-45B3-B587-33C6EF2A6380}" destId="{84E1365E-8E74-4020-A0BB-566C0952783A}" srcOrd="4" destOrd="0" presId="urn:microsoft.com/office/officeart/2005/8/layout/process5"/>
    <dgm:cxn modelId="{389E3BD5-9B63-40E3-9261-ABB5C49EF65A}" type="presParOf" srcId="{A7CD14E3-DED8-45B3-B587-33C6EF2A6380}" destId="{53D0166B-684F-4BEB-A46B-0C7B20E2142F}" srcOrd="5" destOrd="0" presId="urn:microsoft.com/office/officeart/2005/8/layout/process5"/>
    <dgm:cxn modelId="{FBA14FB9-B708-4CD1-B1F4-EAC6FCF29FFD}" type="presParOf" srcId="{53D0166B-684F-4BEB-A46B-0C7B20E2142F}" destId="{49A628A4-60B1-4B2D-AD59-5881D1D7AD38}" srcOrd="0" destOrd="0" presId="urn:microsoft.com/office/officeart/2005/8/layout/process5"/>
    <dgm:cxn modelId="{49F33FE2-6D94-4A92-80A0-D634B8A8335B}" type="presParOf" srcId="{A7CD14E3-DED8-45B3-B587-33C6EF2A6380}" destId="{26D95B35-F78B-4652-BD01-E7D643896A2B}" srcOrd="6" destOrd="0" presId="urn:microsoft.com/office/officeart/2005/8/layout/process5"/>
    <dgm:cxn modelId="{EB5E964C-C56C-4290-982A-7F7843E09A01}" type="presParOf" srcId="{A7CD14E3-DED8-45B3-B587-33C6EF2A6380}" destId="{FBCCE48A-C1AB-493D-800D-0284CFDC90C4}" srcOrd="7" destOrd="0" presId="urn:microsoft.com/office/officeart/2005/8/layout/process5"/>
    <dgm:cxn modelId="{7E395DD0-7CBB-4947-9274-2A44CCA199E0}" type="presParOf" srcId="{FBCCE48A-C1AB-493D-800D-0284CFDC90C4}" destId="{66556BBA-B875-40E3-8B1D-C32E5DA8AB5D}" srcOrd="0" destOrd="0" presId="urn:microsoft.com/office/officeart/2005/8/layout/process5"/>
    <dgm:cxn modelId="{82D9E04E-0070-4C81-AECE-3AF89F11679D}" type="presParOf" srcId="{A7CD14E3-DED8-45B3-B587-33C6EF2A6380}" destId="{7F2D8E1F-8C62-4A07-BE98-04CB1B7DCA31}" srcOrd="8" destOrd="0" presId="urn:microsoft.com/office/officeart/2005/8/layout/process5"/>
    <dgm:cxn modelId="{22D2C3F1-CEF2-45EE-8F12-E7204E7DA33E}" type="presParOf" srcId="{A7CD14E3-DED8-45B3-B587-33C6EF2A6380}" destId="{0C93764F-7067-4A3B-9CC4-E7F5D81FD174}" srcOrd="9" destOrd="0" presId="urn:microsoft.com/office/officeart/2005/8/layout/process5"/>
    <dgm:cxn modelId="{8AFF9E0D-4FB7-4D76-A6D2-EF963712B6DC}" type="presParOf" srcId="{0C93764F-7067-4A3B-9CC4-E7F5D81FD174}" destId="{D84512A9-E675-49D4-9FCB-5E2D22D4BEB7}" srcOrd="0" destOrd="0" presId="urn:microsoft.com/office/officeart/2005/8/layout/process5"/>
    <dgm:cxn modelId="{387CA700-1B79-4B4C-BFA8-A0AC93FE31C7}" type="presParOf" srcId="{A7CD14E3-DED8-45B3-B587-33C6EF2A6380}" destId="{2E2B0FDF-7A9A-4447-84F6-26A8675925C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6078188-A45F-49B5-A3F6-5F350536148F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FB3A91-EF2D-40B6-922E-FDAF721EDFDF}">
      <dgm:prSet phldrT="[Text]" phldr="0"/>
      <dgm:spPr/>
      <dgm:t>
        <a:bodyPr/>
        <a:lstStyle/>
        <a:p>
          <a:pPr rtl="0"/>
          <a:r>
            <a:rPr lang="en-US" dirty="0">
              <a:latin typeface="Neue Haas Grotesk Text Pro"/>
            </a:rPr>
            <a:t>Reset</a:t>
          </a:r>
          <a:endParaRPr lang="en-US" dirty="0"/>
        </a:p>
      </dgm:t>
    </dgm:pt>
    <dgm:pt modelId="{1B2FC288-9F29-472C-B112-592024BA9A5D}" type="parTrans" cxnId="{EBE42A01-DA15-4A2D-8025-8F91F68A1B38}">
      <dgm:prSet/>
      <dgm:spPr/>
      <dgm:t>
        <a:bodyPr/>
        <a:lstStyle/>
        <a:p>
          <a:endParaRPr lang="en-US"/>
        </a:p>
      </dgm:t>
    </dgm:pt>
    <dgm:pt modelId="{55EB3414-BB86-48D7-A544-5DD1629E0E58}" type="sibTrans" cxnId="{EBE42A01-DA15-4A2D-8025-8F91F68A1B38}">
      <dgm:prSet/>
      <dgm:spPr/>
      <dgm:t>
        <a:bodyPr/>
        <a:lstStyle/>
        <a:p>
          <a:endParaRPr lang="en-US"/>
        </a:p>
      </dgm:t>
    </dgm:pt>
    <dgm:pt modelId="{AC48DB6C-AD59-4C07-8A79-2451E0B35A58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Virtual sequence 1</a:t>
          </a:r>
          <a:endParaRPr lang="en-US"/>
        </a:p>
      </dgm:t>
    </dgm:pt>
    <dgm:pt modelId="{69D3C2D4-3ED0-4903-80CE-AF13F7FDE679}" type="parTrans" cxnId="{C52130EB-872C-4A14-9569-AFEAC5974C55}">
      <dgm:prSet/>
      <dgm:spPr/>
      <dgm:t>
        <a:bodyPr/>
        <a:lstStyle/>
        <a:p>
          <a:endParaRPr lang="en-US"/>
        </a:p>
      </dgm:t>
    </dgm:pt>
    <dgm:pt modelId="{D4ADB40E-67FC-447E-9916-8848FCD3AB66}" type="sibTrans" cxnId="{C52130EB-872C-4A14-9569-AFEAC5974C55}">
      <dgm:prSet/>
      <dgm:spPr/>
      <dgm:t>
        <a:bodyPr/>
        <a:lstStyle/>
        <a:p>
          <a:endParaRPr lang="en-US"/>
        </a:p>
      </dgm:t>
    </dgm:pt>
    <dgm:pt modelId="{14613DA6-87D0-4B9F-9685-A3DCB2664B01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Virtual sequence 2</a:t>
          </a:r>
          <a:endParaRPr lang="en-US"/>
        </a:p>
      </dgm:t>
    </dgm:pt>
    <dgm:pt modelId="{E75A4232-C3ED-4A04-AEDD-B58041CB136D}" type="parTrans" cxnId="{B6A2F60F-F8A6-4904-9891-4B9EC515635F}">
      <dgm:prSet/>
      <dgm:spPr/>
      <dgm:t>
        <a:bodyPr/>
        <a:lstStyle/>
        <a:p>
          <a:endParaRPr lang="en-US"/>
        </a:p>
      </dgm:t>
    </dgm:pt>
    <dgm:pt modelId="{973C5CCE-3ED4-4CEC-91D0-859C1855D952}" type="sibTrans" cxnId="{B6A2F60F-F8A6-4904-9891-4B9EC515635F}">
      <dgm:prSet/>
      <dgm:spPr/>
      <dgm:t>
        <a:bodyPr/>
        <a:lstStyle/>
        <a:p>
          <a:endParaRPr lang="en-US"/>
        </a:p>
      </dgm:t>
    </dgm:pt>
    <dgm:pt modelId="{45325437-62B7-4BE9-9DF9-3E987941D35B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Virtual sequence n</a:t>
          </a:r>
          <a:endParaRPr lang="en-US"/>
        </a:p>
      </dgm:t>
    </dgm:pt>
    <dgm:pt modelId="{3461A561-084B-4DC5-83F7-0A0AE5C5A550}" type="parTrans" cxnId="{C2FF8641-2C76-41FE-9686-0C936781E327}">
      <dgm:prSet/>
      <dgm:spPr/>
      <dgm:t>
        <a:bodyPr/>
        <a:lstStyle/>
        <a:p>
          <a:endParaRPr lang="en-US"/>
        </a:p>
      </dgm:t>
    </dgm:pt>
    <dgm:pt modelId="{14449CCC-122A-46F6-A862-1CB81FC6305D}" type="sibTrans" cxnId="{C2FF8641-2C76-41FE-9686-0C936781E327}">
      <dgm:prSet/>
      <dgm:spPr/>
      <dgm:t>
        <a:bodyPr/>
        <a:lstStyle/>
        <a:p>
          <a:endParaRPr lang="en-US"/>
        </a:p>
      </dgm:t>
    </dgm:pt>
    <dgm:pt modelId="{3EBBE7DC-68C9-4CC6-B881-9544B3EB890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Reset during sequence</a:t>
          </a:r>
          <a:endParaRPr lang="en-US"/>
        </a:p>
      </dgm:t>
    </dgm:pt>
    <dgm:pt modelId="{B6F445FB-3D97-45C0-ADE3-2012AD5AD87A}" type="parTrans" cxnId="{814B9996-D2AA-4483-AEC5-A22FCCC72568}">
      <dgm:prSet/>
      <dgm:spPr/>
      <dgm:t>
        <a:bodyPr/>
        <a:lstStyle/>
        <a:p>
          <a:endParaRPr lang="en-US"/>
        </a:p>
      </dgm:t>
    </dgm:pt>
    <dgm:pt modelId="{A6ACDF36-A149-4970-B73F-21E67A9EA7A7}" type="sibTrans" cxnId="{814B9996-D2AA-4483-AEC5-A22FCCC72568}">
      <dgm:prSet/>
      <dgm:spPr/>
      <dgm:t>
        <a:bodyPr/>
        <a:lstStyle/>
        <a:p>
          <a:endParaRPr lang="en-US"/>
        </a:p>
      </dgm:t>
    </dgm:pt>
    <dgm:pt modelId="{9F4B7484-D287-412A-AFE3-567BD68B7AF2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Repeat with different clocks</a:t>
          </a:r>
        </a:p>
      </dgm:t>
    </dgm:pt>
    <dgm:pt modelId="{BC6412AA-218A-4BEC-9F5E-4A822421293A}" type="parTrans" cxnId="{C1D27916-5DE2-4A23-B756-9EC922FAE73E}">
      <dgm:prSet/>
      <dgm:spPr/>
      <dgm:t>
        <a:bodyPr/>
        <a:lstStyle/>
        <a:p>
          <a:endParaRPr lang="en-US"/>
        </a:p>
      </dgm:t>
    </dgm:pt>
    <dgm:pt modelId="{763A67B1-EF88-4BF3-8709-723789E6904E}" type="sibTrans" cxnId="{C1D27916-5DE2-4A23-B756-9EC922FAE73E}">
      <dgm:prSet/>
      <dgm:spPr/>
      <dgm:t>
        <a:bodyPr/>
        <a:lstStyle/>
        <a:p>
          <a:endParaRPr lang="en-US"/>
        </a:p>
      </dgm:t>
    </dgm:pt>
    <dgm:pt modelId="{A7CD14E3-DED8-45B3-B587-33C6EF2A6380}" type="pres">
      <dgm:prSet presAssocID="{E6078188-A45F-49B5-A3F6-5F350536148F}" presName="diagram" presStyleCnt="0">
        <dgm:presLayoutVars>
          <dgm:dir/>
          <dgm:resizeHandles val="exact"/>
        </dgm:presLayoutVars>
      </dgm:prSet>
      <dgm:spPr/>
    </dgm:pt>
    <dgm:pt modelId="{DF20CA4E-E890-4E9A-976F-BD15C6E3EFD0}" type="pres">
      <dgm:prSet presAssocID="{5AFB3A91-EF2D-40B6-922E-FDAF721EDFDF}" presName="node" presStyleLbl="node1" presStyleIdx="0" presStyleCnt="6">
        <dgm:presLayoutVars>
          <dgm:bulletEnabled val="1"/>
        </dgm:presLayoutVars>
      </dgm:prSet>
      <dgm:spPr/>
    </dgm:pt>
    <dgm:pt modelId="{B9A8A3B3-DAA2-43CE-862F-0D226F86B8A0}" type="pres">
      <dgm:prSet presAssocID="{55EB3414-BB86-48D7-A544-5DD1629E0E58}" presName="sibTrans" presStyleLbl="sibTrans2D1" presStyleIdx="0" presStyleCnt="5"/>
      <dgm:spPr/>
    </dgm:pt>
    <dgm:pt modelId="{640BA01D-FB24-4B24-82F1-C69A704CEF5F}" type="pres">
      <dgm:prSet presAssocID="{55EB3414-BB86-48D7-A544-5DD1629E0E58}" presName="connectorText" presStyleLbl="sibTrans2D1" presStyleIdx="0" presStyleCnt="5"/>
      <dgm:spPr/>
    </dgm:pt>
    <dgm:pt modelId="{F04AA611-795E-4E01-94B6-89839B677DD1}" type="pres">
      <dgm:prSet presAssocID="{AC48DB6C-AD59-4C07-8A79-2451E0B35A58}" presName="node" presStyleLbl="node1" presStyleIdx="1" presStyleCnt="6">
        <dgm:presLayoutVars>
          <dgm:bulletEnabled val="1"/>
        </dgm:presLayoutVars>
      </dgm:prSet>
      <dgm:spPr/>
    </dgm:pt>
    <dgm:pt modelId="{D95FEA20-21D1-4B9C-A64E-BCD7EFC5307F}" type="pres">
      <dgm:prSet presAssocID="{D4ADB40E-67FC-447E-9916-8848FCD3AB66}" presName="sibTrans" presStyleLbl="sibTrans2D1" presStyleIdx="1" presStyleCnt="5"/>
      <dgm:spPr/>
    </dgm:pt>
    <dgm:pt modelId="{A395F10E-8F6C-4F0C-8873-17207AF4B2BE}" type="pres">
      <dgm:prSet presAssocID="{D4ADB40E-67FC-447E-9916-8848FCD3AB66}" presName="connectorText" presStyleLbl="sibTrans2D1" presStyleIdx="1" presStyleCnt="5"/>
      <dgm:spPr/>
    </dgm:pt>
    <dgm:pt modelId="{84E1365E-8E74-4020-A0BB-566C0952783A}" type="pres">
      <dgm:prSet presAssocID="{14613DA6-87D0-4B9F-9685-A3DCB2664B01}" presName="node" presStyleLbl="node1" presStyleIdx="2" presStyleCnt="6">
        <dgm:presLayoutVars>
          <dgm:bulletEnabled val="1"/>
        </dgm:presLayoutVars>
      </dgm:prSet>
      <dgm:spPr/>
    </dgm:pt>
    <dgm:pt modelId="{53D0166B-684F-4BEB-A46B-0C7B20E2142F}" type="pres">
      <dgm:prSet presAssocID="{973C5CCE-3ED4-4CEC-91D0-859C1855D952}" presName="sibTrans" presStyleLbl="sibTrans2D1" presStyleIdx="2" presStyleCnt="5"/>
      <dgm:spPr/>
    </dgm:pt>
    <dgm:pt modelId="{49A628A4-60B1-4B2D-AD59-5881D1D7AD38}" type="pres">
      <dgm:prSet presAssocID="{973C5CCE-3ED4-4CEC-91D0-859C1855D952}" presName="connectorText" presStyleLbl="sibTrans2D1" presStyleIdx="2" presStyleCnt="5"/>
      <dgm:spPr/>
    </dgm:pt>
    <dgm:pt modelId="{26D95B35-F78B-4652-BD01-E7D643896A2B}" type="pres">
      <dgm:prSet presAssocID="{45325437-62B7-4BE9-9DF9-3E987941D35B}" presName="node" presStyleLbl="node1" presStyleIdx="3" presStyleCnt="6">
        <dgm:presLayoutVars>
          <dgm:bulletEnabled val="1"/>
        </dgm:presLayoutVars>
      </dgm:prSet>
      <dgm:spPr/>
    </dgm:pt>
    <dgm:pt modelId="{FBCCE48A-C1AB-493D-800D-0284CFDC90C4}" type="pres">
      <dgm:prSet presAssocID="{14449CCC-122A-46F6-A862-1CB81FC6305D}" presName="sibTrans" presStyleLbl="sibTrans2D1" presStyleIdx="3" presStyleCnt="5"/>
      <dgm:spPr/>
    </dgm:pt>
    <dgm:pt modelId="{66556BBA-B875-40E3-8B1D-C32E5DA8AB5D}" type="pres">
      <dgm:prSet presAssocID="{14449CCC-122A-46F6-A862-1CB81FC6305D}" presName="connectorText" presStyleLbl="sibTrans2D1" presStyleIdx="3" presStyleCnt="5"/>
      <dgm:spPr/>
    </dgm:pt>
    <dgm:pt modelId="{7F2D8E1F-8C62-4A07-BE98-04CB1B7DCA31}" type="pres">
      <dgm:prSet presAssocID="{3EBBE7DC-68C9-4CC6-B881-9544B3EB890F}" presName="node" presStyleLbl="node1" presStyleIdx="4" presStyleCnt="6">
        <dgm:presLayoutVars>
          <dgm:bulletEnabled val="1"/>
        </dgm:presLayoutVars>
      </dgm:prSet>
      <dgm:spPr/>
    </dgm:pt>
    <dgm:pt modelId="{0C93764F-7067-4A3B-9CC4-E7F5D81FD174}" type="pres">
      <dgm:prSet presAssocID="{A6ACDF36-A149-4970-B73F-21E67A9EA7A7}" presName="sibTrans" presStyleLbl="sibTrans2D1" presStyleIdx="4" presStyleCnt="5"/>
      <dgm:spPr/>
    </dgm:pt>
    <dgm:pt modelId="{D84512A9-E675-49D4-9FCB-5E2D22D4BEB7}" type="pres">
      <dgm:prSet presAssocID="{A6ACDF36-A149-4970-B73F-21E67A9EA7A7}" presName="connectorText" presStyleLbl="sibTrans2D1" presStyleIdx="4" presStyleCnt="5"/>
      <dgm:spPr/>
    </dgm:pt>
    <dgm:pt modelId="{2E2B0FDF-7A9A-4447-84F6-26A8675925C6}" type="pres">
      <dgm:prSet presAssocID="{9F4B7484-D287-412A-AFE3-567BD68B7AF2}" presName="node" presStyleLbl="node1" presStyleIdx="5" presStyleCnt="6">
        <dgm:presLayoutVars>
          <dgm:bulletEnabled val="1"/>
        </dgm:presLayoutVars>
      </dgm:prSet>
      <dgm:spPr/>
    </dgm:pt>
  </dgm:ptLst>
  <dgm:cxnLst>
    <dgm:cxn modelId="{EBE42A01-DA15-4A2D-8025-8F91F68A1B38}" srcId="{E6078188-A45F-49B5-A3F6-5F350536148F}" destId="{5AFB3A91-EF2D-40B6-922E-FDAF721EDFDF}" srcOrd="0" destOrd="0" parTransId="{1B2FC288-9F29-472C-B112-592024BA9A5D}" sibTransId="{55EB3414-BB86-48D7-A544-5DD1629E0E58}"/>
    <dgm:cxn modelId="{B6A2F60F-F8A6-4904-9891-4B9EC515635F}" srcId="{E6078188-A45F-49B5-A3F6-5F350536148F}" destId="{14613DA6-87D0-4B9F-9685-A3DCB2664B01}" srcOrd="2" destOrd="0" parTransId="{E75A4232-C3ED-4A04-AEDD-B58041CB136D}" sibTransId="{973C5CCE-3ED4-4CEC-91D0-859C1855D952}"/>
    <dgm:cxn modelId="{C1D27916-5DE2-4A23-B756-9EC922FAE73E}" srcId="{E6078188-A45F-49B5-A3F6-5F350536148F}" destId="{9F4B7484-D287-412A-AFE3-567BD68B7AF2}" srcOrd="5" destOrd="0" parTransId="{BC6412AA-218A-4BEC-9F5E-4A822421293A}" sibTransId="{763A67B1-EF88-4BF3-8709-723789E6904E}"/>
    <dgm:cxn modelId="{670F6F18-A0DF-4B67-9669-62EAAD1F3AD0}" type="presOf" srcId="{45325437-62B7-4BE9-9DF9-3E987941D35B}" destId="{26D95B35-F78B-4652-BD01-E7D643896A2B}" srcOrd="0" destOrd="0" presId="urn:microsoft.com/office/officeart/2005/8/layout/process5"/>
    <dgm:cxn modelId="{F682A824-BA85-492F-A0FF-42FCAF16F4C5}" type="presOf" srcId="{D4ADB40E-67FC-447E-9916-8848FCD3AB66}" destId="{A395F10E-8F6C-4F0C-8873-17207AF4B2BE}" srcOrd="1" destOrd="0" presId="urn:microsoft.com/office/officeart/2005/8/layout/process5"/>
    <dgm:cxn modelId="{1E3DEB2B-CE33-4291-852C-5DC5C1E1CF60}" type="presOf" srcId="{5AFB3A91-EF2D-40B6-922E-FDAF721EDFDF}" destId="{DF20CA4E-E890-4E9A-976F-BD15C6E3EFD0}" srcOrd="0" destOrd="0" presId="urn:microsoft.com/office/officeart/2005/8/layout/process5"/>
    <dgm:cxn modelId="{33BC562C-0E96-4A13-B58B-F68039B00D0A}" type="presOf" srcId="{3EBBE7DC-68C9-4CC6-B881-9544B3EB890F}" destId="{7F2D8E1F-8C62-4A07-BE98-04CB1B7DCA31}" srcOrd="0" destOrd="0" presId="urn:microsoft.com/office/officeart/2005/8/layout/process5"/>
    <dgm:cxn modelId="{49C0B92D-C958-40AE-AAFE-9ECD2942B587}" type="presOf" srcId="{14449CCC-122A-46F6-A862-1CB81FC6305D}" destId="{FBCCE48A-C1AB-493D-800D-0284CFDC90C4}" srcOrd="0" destOrd="0" presId="urn:microsoft.com/office/officeart/2005/8/layout/process5"/>
    <dgm:cxn modelId="{1AD6123E-5F9D-45A3-9E6A-8032D59A30E8}" type="presOf" srcId="{D4ADB40E-67FC-447E-9916-8848FCD3AB66}" destId="{D95FEA20-21D1-4B9C-A64E-BCD7EFC5307F}" srcOrd="0" destOrd="0" presId="urn:microsoft.com/office/officeart/2005/8/layout/process5"/>
    <dgm:cxn modelId="{C2FF8641-2C76-41FE-9686-0C936781E327}" srcId="{E6078188-A45F-49B5-A3F6-5F350536148F}" destId="{45325437-62B7-4BE9-9DF9-3E987941D35B}" srcOrd="3" destOrd="0" parTransId="{3461A561-084B-4DC5-83F7-0A0AE5C5A550}" sibTransId="{14449CCC-122A-46F6-A862-1CB81FC6305D}"/>
    <dgm:cxn modelId="{7A716F64-C025-4099-A65D-2EEB0F257AB7}" type="presOf" srcId="{A6ACDF36-A149-4970-B73F-21E67A9EA7A7}" destId="{D84512A9-E675-49D4-9FCB-5E2D22D4BEB7}" srcOrd="1" destOrd="0" presId="urn:microsoft.com/office/officeart/2005/8/layout/process5"/>
    <dgm:cxn modelId="{E2D5D266-1FEF-4A64-A47A-D253A5CE2E76}" type="presOf" srcId="{973C5CCE-3ED4-4CEC-91D0-859C1855D952}" destId="{49A628A4-60B1-4B2D-AD59-5881D1D7AD38}" srcOrd="1" destOrd="0" presId="urn:microsoft.com/office/officeart/2005/8/layout/process5"/>
    <dgm:cxn modelId="{13C1716F-2100-41D6-8CDA-BD1EB280B8BE}" type="presOf" srcId="{A6ACDF36-A149-4970-B73F-21E67A9EA7A7}" destId="{0C93764F-7067-4A3B-9CC4-E7F5D81FD174}" srcOrd="0" destOrd="0" presId="urn:microsoft.com/office/officeart/2005/8/layout/process5"/>
    <dgm:cxn modelId="{67AC0B79-9F71-4974-80AB-D70788CA1F7B}" type="presOf" srcId="{14449CCC-122A-46F6-A862-1CB81FC6305D}" destId="{66556BBA-B875-40E3-8B1D-C32E5DA8AB5D}" srcOrd="1" destOrd="0" presId="urn:microsoft.com/office/officeart/2005/8/layout/process5"/>
    <dgm:cxn modelId="{952BF093-4103-49A9-A105-96B87F0D5D64}" type="presOf" srcId="{973C5CCE-3ED4-4CEC-91D0-859C1855D952}" destId="{53D0166B-684F-4BEB-A46B-0C7B20E2142F}" srcOrd="0" destOrd="0" presId="urn:microsoft.com/office/officeart/2005/8/layout/process5"/>
    <dgm:cxn modelId="{CD3D2595-9E47-45E7-A1A6-12902991732D}" type="presOf" srcId="{9F4B7484-D287-412A-AFE3-567BD68B7AF2}" destId="{2E2B0FDF-7A9A-4447-84F6-26A8675925C6}" srcOrd="0" destOrd="0" presId="urn:microsoft.com/office/officeart/2005/8/layout/process5"/>
    <dgm:cxn modelId="{814B9996-D2AA-4483-AEC5-A22FCCC72568}" srcId="{E6078188-A45F-49B5-A3F6-5F350536148F}" destId="{3EBBE7DC-68C9-4CC6-B881-9544B3EB890F}" srcOrd="4" destOrd="0" parTransId="{B6F445FB-3D97-45C0-ADE3-2012AD5AD87A}" sibTransId="{A6ACDF36-A149-4970-B73F-21E67A9EA7A7}"/>
    <dgm:cxn modelId="{66E9AF9E-20E7-4974-97AC-7FBE5CC3FBA2}" type="presOf" srcId="{14613DA6-87D0-4B9F-9685-A3DCB2664B01}" destId="{84E1365E-8E74-4020-A0BB-566C0952783A}" srcOrd="0" destOrd="0" presId="urn:microsoft.com/office/officeart/2005/8/layout/process5"/>
    <dgm:cxn modelId="{B33F97B3-61CD-4DBB-91C6-E772AB7F2C86}" type="presOf" srcId="{55EB3414-BB86-48D7-A544-5DD1629E0E58}" destId="{B9A8A3B3-DAA2-43CE-862F-0D226F86B8A0}" srcOrd="0" destOrd="0" presId="urn:microsoft.com/office/officeart/2005/8/layout/process5"/>
    <dgm:cxn modelId="{987AD0BA-99CB-4B03-A46C-4C5744002E48}" type="presOf" srcId="{E6078188-A45F-49B5-A3F6-5F350536148F}" destId="{A7CD14E3-DED8-45B3-B587-33C6EF2A6380}" srcOrd="0" destOrd="0" presId="urn:microsoft.com/office/officeart/2005/8/layout/process5"/>
    <dgm:cxn modelId="{B626B1D3-E4CF-4787-98A0-EE8699BA5F0B}" type="presOf" srcId="{AC48DB6C-AD59-4C07-8A79-2451E0B35A58}" destId="{F04AA611-795E-4E01-94B6-89839B677DD1}" srcOrd="0" destOrd="0" presId="urn:microsoft.com/office/officeart/2005/8/layout/process5"/>
    <dgm:cxn modelId="{6E0B85DD-1987-4EE3-91EE-40A13D974DB1}" type="presOf" srcId="{55EB3414-BB86-48D7-A544-5DD1629E0E58}" destId="{640BA01D-FB24-4B24-82F1-C69A704CEF5F}" srcOrd="1" destOrd="0" presId="urn:microsoft.com/office/officeart/2005/8/layout/process5"/>
    <dgm:cxn modelId="{C52130EB-872C-4A14-9569-AFEAC5974C55}" srcId="{E6078188-A45F-49B5-A3F6-5F350536148F}" destId="{AC48DB6C-AD59-4C07-8A79-2451E0B35A58}" srcOrd="1" destOrd="0" parTransId="{69D3C2D4-3ED0-4903-80CE-AF13F7FDE679}" sibTransId="{D4ADB40E-67FC-447E-9916-8848FCD3AB66}"/>
    <dgm:cxn modelId="{8B072C40-01D4-4D54-8072-56E587171CAE}" type="presParOf" srcId="{A7CD14E3-DED8-45B3-B587-33C6EF2A6380}" destId="{DF20CA4E-E890-4E9A-976F-BD15C6E3EFD0}" srcOrd="0" destOrd="0" presId="urn:microsoft.com/office/officeart/2005/8/layout/process5"/>
    <dgm:cxn modelId="{A43616A1-12C6-4D22-8195-DB5C27E97860}" type="presParOf" srcId="{A7CD14E3-DED8-45B3-B587-33C6EF2A6380}" destId="{B9A8A3B3-DAA2-43CE-862F-0D226F86B8A0}" srcOrd="1" destOrd="0" presId="urn:microsoft.com/office/officeart/2005/8/layout/process5"/>
    <dgm:cxn modelId="{974A4B16-9DFD-4C3B-AD7F-FB7C132DEF7D}" type="presParOf" srcId="{B9A8A3B3-DAA2-43CE-862F-0D226F86B8A0}" destId="{640BA01D-FB24-4B24-82F1-C69A704CEF5F}" srcOrd="0" destOrd="0" presId="urn:microsoft.com/office/officeart/2005/8/layout/process5"/>
    <dgm:cxn modelId="{2EDBD788-DC5B-4D3F-A7BB-5E55B5DE7862}" type="presParOf" srcId="{A7CD14E3-DED8-45B3-B587-33C6EF2A6380}" destId="{F04AA611-795E-4E01-94B6-89839B677DD1}" srcOrd="2" destOrd="0" presId="urn:microsoft.com/office/officeart/2005/8/layout/process5"/>
    <dgm:cxn modelId="{0B746E20-E8D1-432E-8C77-6FEC754B9F87}" type="presParOf" srcId="{A7CD14E3-DED8-45B3-B587-33C6EF2A6380}" destId="{D95FEA20-21D1-4B9C-A64E-BCD7EFC5307F}" srcOrd="3" destOrd="0" presId="urn:microsoft.com/office/officeart/2005/8/layout/process5"/>
    <dgm:cxn modelId="{08F8B033-59DF-4064-904A-F5F61E7B4EA6}" type="presParOf" srcId="{D95FEA20-21D1-4B9C-A64E-BCD7EFC5307F}" destId="{A395F10E-8F6C-4F0C-8873-17207AF4B2BE}" srcOrd="0" destOrd="0" presId="urn:microsoft.com/office/officeart/2005/8/layout/process5"/>
    <dgm:cxn modelId="{9CFF1753-9212-4FAD-9189-E9FE24780E9F}" type="presParOf" srcId="{A7CD14E3-DED8-45B3-B587-33C6EF2A6380}" destId="{84E1365E-8E74-4020-A0BB-566C0952783A}" srcOrd="4" destOrd="0" presId="urn:microsoft.com/office/officeart/2005/8/layout/process5"/>
    <dgm:cxn modelId="{389E3BD5-9B63-40E3-9261-ABB5C49EF65A}" type="presParOf" srcId="{A7CD14E3-DED8-45B3-B587-33C6EF2A6380}" destId="{53D0166B-684F-4BEB-A46B-0C7B20E2142F}" srcOrd="5" destOrd="0" presId="urn:microsoft.com/office/officeart/2005/8/layout/process5"/>
    <dgm:cxn modelId="{FBA14FB9-B708-4CD1-B1F4-EAC6FCF29FFD}" type="presParOf" srcId="{53D0166B-684F-4BEB-A46B-0C7B20E2142F}" destId="{49A628A4-60B1-4B2D-AD59-5881D1D7AD38}" srcOrd="0" destOrd="0" presId="urn:microsoft.com/office/officeart/2005/8/layout/process5"/>
    <dgm:cxn modelId="{49F33FE2-6D94-4A92-80A0-D634B8A8335B}" type="presParOf" srcId="{A7CD14E3-DED8-45B3-B587-33C6EF2A6380}" destId="{26D95B35-F78B-4652-BD01-E7D643896A2B}" srcOrd="6" destOrd="0" presId="urn:microsoft.com/office/officeart/2005/8/layout/process5"/>
    <dgm:cxn modelId="{EB5E964C-C56C-4290-982A-7F7843E09A01}" type="presParOf" srcId="{A7CD14E3-DED8-45B3-B587-33C6EF2A6380}" destId="{FBCCE48A-C1AB-493D-800D-0284CFDC90C4}" srcOrd="7" destOrd="0" presId="urn:microsoft.com/office/officeart/2005/8/layout/process5"/>
    <dgm:cxn modelId="{7E395DD0-7CBB-4947-9274-2A44CCA199E0}" type="presParOf" srcId="{FBCCE48A-C1AB-493D-800D-0284CFDC90C4}" destId="{66556BBA-B875-40E3-8B1D-C32E5DA8AB5D}" srcOrd="0" destOrd="0" presId="urn:microsoft.com/office/officeart/2005/8/layout/process5"/>
    <dgm:cxn modelId="{82D9E04E-0070-4C81-AECE-3AF89F11679D}" type="presParOf" srcId="{A7CD14E3-DED8-45B3-B587-33C6EF2A6380}" destId="{7F2D8E1F-8C62-4A07-BE98-04CB1B7DCA31}" srcOrd="8" destOrd="0" presId="urn:microsoft.com/office/officeart/2005/8/layout/process5"/>
    <dgm:cxn modelId="{22D2C3F1-CEF2-45EE-8F12-E7204E7DA33E}" type="presParOf" srcId="{A7CD14E3-DED8-45B3-B587-33C6EF2A6380}" destId="{0C93764F-7067-4A3B-9CC4-E7F5D81FD174}" srcOrd="9" destOrd="0" presId="urn:microsoft.com/office/officeart/2005/8/layout/process5"/>
    <dgm:cxn modelId="{8AFF9E0D-4FB7-4D76-A6D2-EF963712B6DC}" type="presParOf" srcId="{0C93764F-7067-4A3B-9CC4-E7F5D81FD174}" destId="{D84512A9-E675-49D4-9FCB-5E2D22D4BEB7}" srcOrd="0" destOrd="0" presId="urn:microsoft.com/office/officeart/2005/8/layout/process5"/>
    <dgm:cxn modelId="{387CA700-1B79-4B4C-BFA8-A0AC93FE31C7}" type="presParOf" srcId="{A7CD14E3-DED8-45B3-B587-33C6EF2A6380}" destId="{2E2B0FDF-7A9A-4447-84F6-26A8675925C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72989C5-0057-4A3C-BA04-556285ACD8B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E5D6C-E270-44CA-B9B0-6CE7344A1662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800">
              <a:latin typeface="Neue Haas Grotesk Text Pro"/>
              <a:ea typeface="+mn-ea"/>
              <a:cs typeface="+mn-cs"/>
            </a:rPr>
            <a:t>Base test</a:t>
          </a:r>
          <a:endParaRPr lang="en-US" sz="1800">
            <a:ea typeface="+mn-ea"/>
            <a:cs typeface="+mn-cs"/>
          </a:endParaRPr>
        </a:p>
      </dgm:t>
    </dgm:pt>
    <dgm:pt modelId="{F7D2A0E9-6CB6-45A3-8370-3F3DAEF8AA72}" type="parTrans" cxnId="{64DDE364-2489-4228-87EB-498C6C9A2826}">
      <dgm:prSet/>
      <dgm:spPr/>
      <dgm:t>
        <a:bodyPr/>
        <a:lstStyle/>
        <a:p>
          <a:endParaRPr lang="en-US"/>
        </a:p>
      </dgm:t>
    </dgm:pt>
    <dgm:pt modelId="{EE3D6593-14D1-4C91-ADA5-BDD3A888799D}" type="sibTrans" cxnId="{64DDE364-2489-4228-87EB-498C6C9A2826}">
      <dgm:prSet/>
      <dgm:spPr/>
      <dgm:t>
        <a:bodyPr/>
        <a:lstStyle/>
        <a:p>
          <a:endParaRPr lang="en-US"/>
        </a:p>
      </dgm:t>
    </dgm:pt>
    <dgm:pt modelId="{44290F78-6A72-4E30-9B99-79EB0F3DB48A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800">
              <a:latin typeface="Neue Haas Grotesk Text Pro"/>
              <a:ea typeface="+mn-ea"/>
              <a:cs typeface="+mn-cs"/>
            </a:rPr>
            <a:t>Main test</a:t>
          </a:r>
          <a:endParaRPr lang="en-US" sz="1800">
            <a:ea typeface="+mn-ea"/>
            <a:cs typeface="+mn-cs"/>
          </a:endParaRPr>
        </a:p>
      </dgm:t>
    </dgm:pt>
    <dgm:pt modelId="{4A024A9D-79D7-4D21-A874-EBF7476EB797}" type="parTrans" cxnId="{B2FD0E16-4A06-455F-8F5F-A43F9AE4D02D}">
      <dgm:prSet/>
      <dgm:spPr/>
      <dgm:t>
        <a:bodyPr/>
        <a:lstStyle/>
        <a:p>
          <a:endParaRPr lang="en-US"/>
        </a:p>
      </dgm:t>
    </dgm:pt>
    <dgm:pt modelId="{1A74A86A-ADB6-4C7F-ACC3-3F26B5B3C28C}" type="sibTrans" cxnId="{B2FD0E16-4A06-455F-8F5F-A43F9AE4D02D}">
      <dgm:prSet/>
      <dgm:spPr/>
      <dgm:t>
        <a:bodyPr/>
        <a:lstStyle/>
        <a:p>
          <a:endParaRPr lang="en-US"/>
        </a:p>
      </dgm:t>
    </dgm:pt>
    <dgm:pt modelId="{01148DF1-1639-4EC6-89C3-0C28709EB99D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800" dirty="0">
              <a:latin typeface="Neue Haas Grotesk Text Pro"/>
              <a:ea typeface="+mn-ea"/>
              <a:cs typeface="+mn-cs"/>
            </a:rPr>
            <a:t>Parameterized clock</a:t>
          </a:r>
        </a:p>
      </dgm:t>
    </dgm:pt>
    <dgm:pt modelId="{C43B6166-DA94-43B7-BF2B-4111476D8B4D}" type="parTrans" cxnId="{9955B4A4-3EC2-4F20-A2AB-A2CD0F2BCF66}">
      <dgm:prSet/>
      <dgm:spPr/>
      <dgm:t>
        <a:bodyPr/>
        <a:lstStyle/>
        <a:p>
          <a:endParaRPr lang="en-US"/>
        </a:p>
      </dgm:t>
    </dgm:pt>
    <dgm:pt modelId="{F86AF456-8FC6-4885-BE80-91E9AB0FA7B6}" type="sibTrans" cxnId="{9955B4A4-3EC2-4F20-A2AB-A2CD0F2BCF66}">
      <dgm:prSet/>
      <dgm:spPr/>
      <dgm:t>
        <a:bodyPr/>
        <a:lstStyle/>
        <a:p>
          <a:endParaRPr lang="en-US"/>
        </a:p>
      </dgm:t>
    </dgm:pt>
    <dgm:pt modelId="{8E24D700-4992-48AC-B376-990B477DB492}" type="pres">
      <dgm:prSet presAssocID="{372989C5-0057-4A3C-BA04-556285ACD8B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52BABD-B10F-449B-ADDE-463307903208}" type="pres">
      <dgm:prSet presAssocID="{58FE5D6C-E270-44CA-B9B0-6CE7344A1662}" presName="hierRoot1" presStyleCnt="0"/>
      <dgm:spPr/>
    </dgm:pt>
    <dgm:pt modelId="{A214954F-A1CE-4E4B-9B85-8CEE9AAC0E9E}" type="pres">
      <dgm:prSet presAssocID="{58FE5D6C-E270-44CA-B9B0-6CE7344A1662}" presName="composite" presStyleCnt="0"/>
      <dgm:spPr/>
    </dgm:pt>
    <dgm:pt modelId="{BFFA3040-EF68-4C41-87CB-A4490CC84EDD}" type="pres">
      <dgm:prSet presAssocID="{58FE5D6C-E270-44CA-B9B0-6CE7344A1662}" presName="background" presStyleLbl="node0" presStyleIdx="0" presStyleCnt="1"/>
      <dgm:spPr/>
    </dgm:pt>
    <dgm:pt modelId="{BB02407F-A534-4DF8-A7C7-FC79F5C94563}" type="pres">
      <dgm:prSet presAssocID="{58FE5D6C-E270-44CA-B9B0-6CE7344A1662}" presName="text" presStyleLbl="fgAcc0" presStyleIdx="0" presStyleCnt="1">
        <dgm:presLayoutVars>
          <dgm:chPref val="3"/>
        </dgm:presLayoutVars>
      </dgm:prSet>
      <dgm:spPr/>
    </dgm:pt>
    <dgm:pt modelId="{C855D7F7-A3C4-4BA9-8152-BD682CE4C2FC}" type="pres">
      <dgm:prSet presAssocID="{58FE5D6C-E270-44CA-B9B0-6CE7344A1662}" presName="hierChild2" presStyleCnt="0"/>
      <dgm:spPr/>
    </dgm:pt>
    <dgm:pt modelId="{F99E6AD5-B5CB-4542-A1C5-74C4897D2BB3}" type="pres">
      <dgm:prSet presAssocID="{4A024A9D-79D7-4D21-A874-EBF7476EB797}" presName="Name10" presStyleLbl="parChTrans1D2" presStyleIdx="0" presStyleCnt="1"/>
      <dgm:spPr/>
    </dgm:pt>
    <dgm:pt modelId="{95731277-8342-40F3-AB8B-4E56A727BB2E}" type="pres">
      <dgm:prSet presAssocID="{44290F78-6A72-4E30-9B99-79EB0F3DB48A}" presName="hierRoot2" presStyleCnt="0"/>
      <dgm:spPr/>
    </dgm:pt>
    <dgm:pt modelId="{A58CC739-F3DA-4B86-9DBB-AC217078B3B4}" type="pres">
      <dgm:prSet presAssocID="{44290F78-6A72-4E30-9B99-79EB0F3DB48A}" presName="composite2" presStyleCnt="0"/>
      <dgm:spPr/>
    </dgm:pt>
    <dgm:pt modelId="{2FED1973-69E8-4130-8484-D81BA70F27D3}" type="pres">
      <dgm:prSet presAssocID="{44290F78-6A72-4E30-9B99-79EB0F3DB48A}" presName="background2" presStyleLbl="node2" presStyleIdx="0" presStyleCnt="1"/>
      <dgm:spPr/>
    </dgm:pt>
    <dgm:pt modelId="{CA4573AB-DAC7-4C79-AC50-8EACA101E15E}" type="pres">
      <dgm:prSet presAssocID="{44290F78-6A72-4E30-9B99-79EB0F3DB48A}" presName="text2" presStyleLbl="fgAcc2" presStyleIdx="0" presStyleCnt="1">
        <dgm:presLayoutVars>
          <dgm:chPref val="3"/>
        </dgm:presLayoutVars>
      </dgm:prSet>
      <dgm:spPr/>
    </dgm:pt>
    <dgm:pt modelId="{55CDC05B-F2D8-4FFD-8E82-5405C41A0F7F}" type="pres">
      <dgm:prSet presAssocID="{44290F78-6A72-4E30-9B99-79EB0F3DB48A}" presName="hierChild3" presStyleCnt="0"/>
      <dgm:spPr/>
    </dgm:pt>
    <dgm:pt modelId="{87B75695-5E30-4961-91CB-9C0A02B23435}" type="pres">
      <dgm:prSet presAssocID="{C43B6166-DA94-43B7-BF2B-4111476D8B4D}" presName="Name17" presStyleLbl="parChTrans1D3" presStyleIdx="0" presStyleCnt="1"/>
      <dgm:spPr/>
    </dgm:pt>
    <dgm:pt modelId="{08DF8439-EF36-42B5-AAF3-39D2B2676CB7}" type="pres">
      <dgm:prSet presAssocID="{01148DF1-1639-4EC6-89C3-0C28709EB99D}" presName="hierRoot3" presStyleCnt="0"/>
      <dgm:spPr/>
    </dgm:pt>
    <dgm:pt modelId="{897C30ED-C74A-440D-B38A-7AD5AA17BA1D}" type="pres">
      <dgm:prSet presAssocID="{01148DF1-1639-4EC6-89C3-0C28709EB99D}" presName="composite3" presStyleCnt="0"/>
      <dgm:spPr/>
    </dgm:pt>
    <dgm:pt modelId="{89AC9980-133E-4A3A-A2ED-669D3967887C}" type="pres">
      <dgm:prSet presAssocID="{01148DF1-1639-4EC6-89C3-0C28709EB99D}" presName="background3" presStyleLbl="node3" presStyleIdx="0" presStyleCnt="1"/>
      <dgm:spPr/>
    </dgm:pt>
    <dgm:pt modelId="{3883C139-26C0-47F3-92EB-E1B2337B7670}" type="pres">
      <dgm:prSet presAssocID="{01148DF1-1639-4EC6-89C3-0C28709EB99D}" presName="text3" presStyleLbl="fgAcc3" presStyleIdx="0" presStyleCnt="1">
        <dgm:presLayoutVars>
          <dgm:chPref val="3"/>
        </dgm:presLayoutVars>
      </dgm:prSet>
      <dgm:spPr/>
    </dgm:pt>
    <dgm:pt modelId="{063FA95A-9A2F-4087-A0C3-24EEDB45DE85}" type="pres">
      <dgm:prSet presAssocID="{01148DF1-1639-4EC6-89C3-0C28709EB99D}" presName="hierChild4" presStyleCnt="0"/>
      <dgm:spPr/>
    </dgm:pt>
  </dgm:ptLst>
  <dgm:cxnLst>
    <dgm:cxn modelId="{170B2304-7553-4977-BFA8-E77B83EF2CB6}" type="presOf" srcId="{4A024A9D-79D7-4D21-A874-EBF7476EB797}" destId="{F99E6AD5-B5CB-4542-A1C5-74C4897D2BB3}" srcOrd="0" destOrd="0" presId="urn:microsoft.com/office/officeart/2005/8/layout/hierarchy1"/>
    <dgm:cxn modelId="{F9C7ED06-5857-4082-A70F-884E3A5AC00B}" type="presOf" srcId="{44290F78-6A72-4E30-9B99-79EB0F3DB48A}" destId="{CA4573AB-DAC7-4C79-AC50-8EACA101E15E}" srcOrd="0" destOrd="0" presId="urn:microsoft.com/office/officeart/2005/8/layout/hierarchy1"/>
    <dgm:cxn modelId="{B2FD0E16-4A06-455F-8F5F-A43F9AE4D02D}" srcId="{58FE5D6C-E270-44CA-B9B0-6CE7344A1662}" destId="{44290F78-6A72-4E30-9B99-79EB0F3DB48A}" srcOrd="0" destOrd="0" parTransId="{4A024A9D-79D7-4D21-A874-EBF7476EB797}" sibTransId="{1A74A86A-ADB6-4C7F-ACC3-3F26B5B3C28C}"/>
    <dgm:cxn modelId="{64DDE364-2489-4228-87EB-498C6C9A2826}" srcId="{372989C5-0057-4A3C-BA04-556285ACD8BE}" destId="{58FE5D6C-E270-44CA-B9B0-6CE7344A1662}" srcOrd="0" destOrd="0" parTransId="{F7D2A0E9-6CB6-45A3-8370-3F3DAEF8AA72}" sibTransId="{EE3D6593-14D1-4C91-ADA5-BDD3A888799D}"/>
    <dgm:cxn modelId="{C6096272-67C9-4F07-BAA4-07E8B31BA665}" type="presOf" srcId="{58FE5D6C-E270-44CA-B9B0-6CE7344A1662}" destId="{BB02407F-A534-4DF8-A7C7-FC79F5C94563}" srcOrd="0" destOrd="0" presId="urn:microsoft.com/office/officeart/2005/8/layout/hierarchy1"/>
    <dgm:cxn modelId="{EDA8988D-6EE1-4366-ABE9-B6BA58A2C24B}" type="presOf" srcId="{C43B6166-DA94-43B7-BF2B-4111476D8B4D}" destId="{87B75695-5E30-4961-91CB-9C0A02B23435}" srcOrd="0" destOrd="0" presId="urn:microsoft.com/office/officeart/2005/8/layout/hierarchy1"/>
    <dgm:cxn modelId="{703B01A0-936C-430C-B645-813EAEF76F23}" type="presOf" srcId="{01148DF1-1639-4EC6-89C3-0C28709EB99D}" destId="{3883C139-26C0-47F3-92EB-E1B2337B7670}" srcOrd="0" destOrd="0" presId="urn:microsoft.com/office/officeart/2005/8/layout/hierarchy1"/>
    <dgm:cxn modelId="{9955B4A4-3EC2-4F20-A2AB-A2CD0F2BCF66}" srcId="{44290F78-6A72-4E30-9B99-79EB0F3DB48A}" destId="{01148DF1-1639-4EC6-89C3-0C28709EB99D}" srcOrd="0" destOrd="0" parTransId="{C43B6166-DA94-43B7-BF2B-4111476D8B4D}" sibTransId="{F86AF456-8FC6-4885-BE80-91E9AB0FA7B6}"/>
    <dgm:cxn modelId="{97CE73AC-6632-40AF-A713-AFC1E1D1269F}" type="presOf" srcId="{372989C5-0057-4A3C-BA04-556285ACD8BE}" destId="{8E24D700-4992-48AC-B376-990B477DB492}" srcOrd="0" destOrd="0" presId="urn:microsoft.com/office/officeart/2005/8/layout/hierarchy1"/>
    <dgm:cxn modelId="{BDB7D878-6803-4F72-B7C5-3259273E2DAE}" type="presParOf" srcId="{8E24D700-4992-48AC-B376-990B477DB492}" destId="{8852BABD-B10F-449B-ADDE-463307903208}" srcOrd="0" destOrd="0" presId="urn:microsoft.com/office/officeart/2005/8/layout/hierarchy1"/>
    <dgm:cxn modelId="{E2B45C2A-D817-4699-92C0-77D7AE200F4B}" type="presParOf" srcId="{8852BABD-B10F-449B-ADDE-463307903208}" destId="{A214954F-A1CE-4E4B-9B85-8CEE9AAC0E9E}" srcOrd="0" destOrd="0" presId="urn:microsoft.com/office/officeart/2005/8/layout/hierarchy1"/>
    <dgm:cxn modelId="{2BF61EE8-7151-45AA-AE39-ED1215DEC055}" type="presParOf" srcId="{A214954F-A1CE-4E4B-9B85-8CEE9AAC0E9E}" destId="{BFFA3040-EF68-4C41-87CB-A4490CC84EDD}" srcOrd="0" destOrd="0" presId="urn:microsoft.com/office/officeart/2005/8/layout/hierarchy1"/>
    <dgm:cxn modelId="{0C7F22E4-C0ED-49F2-8B0C-80A44179F8BB}" type="presParOf" srcId="{A214954F-A1CE-4E4B-9B85-8CEE9AAC0E9E}" destId="{BB02407F-A534-4DF8-A7C7-FC79F5C94563}" srcOrd="1" destOrd="0" presId="urn:microsoft.com/office/officeart/2005/8/layout/hierarchy1"/>
    <dgm:cxn modelId="{355D9F80-6AC6-4BB9-9FBA-08ED6A17342C}" type="presParOf" srcId="{8852BABD-B10F-449B-ADDE-463307903208}" destId="{C855D7F7-A3C4-4BA9-8152-BD682CE4C2FC}" srcOrd="1" destOrd="0" presId="urn:microsoft.com/office/officeart/2005/8/layout/hierarchy1"/>
    <dgm:cxn modelId="{B9D20AAC-E71C-43DD-9005-DCEAC899104D}" type="presParOf" srcId="{C855D7F7-A3C4-4BA9-8152-BD682CE4C2FC}" destId="{F99E6AD5-B5CB-4542-A1C5-74C4897D2BB3}" srcOrd="0" destOrd="0" presId="urn:microsoft.com/office/officeart/2005/8/layout/hierarchy1"/>
    <dgm:cxn modelId="{C12A4F98-59C3-443E-8B0F-9F6BD62360BE}" type="presParOf" srcId="{C855D7F7-A3C4-4BA9-8152-BD682CE4C2FC}" destId="{95731277-8342-40F3-AB8B-4E56A727BB2E}" srcOrd="1" destOrd="0" presId="urn:microsoft.com/office/officeart/2005/8/layout/hierarchy1"/>
    <dgm:cxn modelId="{643695F2-1084-4F5C-BE3C-101CB6AF544B}" type="presParOf" srcId="{95731277-8342-40F3-AB8B-4E56A727BB2E}" destId="{A58CC739-F3DA-4B86-9DBB-AC217078B3B4}" srcOrd="0" destOrd="0" presId="urn:microsoft.com/office/officeart/2005/8/layout/hierarchy1"/>
    <dgm:cxn modelId="{24C419FE-6A1B-4670-A554-56DA0218C452}" type="presParOf" srcId="{A58CC739-F3DA-4B86-9DBB-AC217078B3B4}" destId="{2FED1973-69E8-4130-8484-D81BA70F27D3}" srcOrd="0" destOrd="0" presId="urn:microsoft.com/office/officeart/2005/8/layout/hierarchy1"/>
    <dgm:cxn modelId="{C5304511-7374-42A7-9FE7-6C2D223B7654}" type="presParOf" srcId="{A58CC739-F3DA-4B86-9DBB-AC217078B3B4}" destId="{CA4573AB-DAC7-4C79-AC50-8EACA101E15E}" srcOrd="1" destOrd="0" presId="urn:microsoft.com/office/officeart/2005/8/layout/hierarchy1"/>
    <dgm:cxn modelId="{01887DA1-A049-45A4-82A1-453B2CE91A9A}" type="presParOf" srcId="{95731277-8342-40F3-AB8B-4E56A727BB2E}" destId="{55CDC05B-F2D8-4FFD-8E82-5405C41A0F7F}" srcOrd="1" destOrd="0" presId="urn:microsoft.com/office/officeart/2005/8/layout/hierarchy1"/>
    <dgm:cxn modelId="{E6F818BE-EA23-48B5-BE15-91773722FB6C}" type="presParOf" srcId="{55CDC05B-F2D8-4FFD-8E82-5405C41A0F7F}" destId="{87B75695-5E30-4961-91CB-9C0A02B23435}" srcOrd="0" destOrd="0" presId="urn:microsoft.com/office/officeart/2005/8/layout/hierarchy1"/>
    <dgm:cxn modelId="{91939935-290A-465A-91F9-2D6138A8B620}" type="presParOf" srcId="{55CDC05B-F2D8-4FFD-8E82-5405C41A0F7F}" destId="{08DF8439-EF36-42B5-AAF3-39D2B2676CB7}" srcOrd="1" destOrd="0" presId="urn:microsoft.com/office/officeart/2005/8/layout/hierarchy1"/>
    <dgm:cxn modelId="{7367BA16-925A-41F6-8871-E5BFD71545DE}" type="presParOf" srcId="{08DF8439-EF36-42B5-AAF3-39D2B2676CB7}" destId="{897C30ED-C74A-440D-B38A-7AD5AA17BA1D}" srcOrd="0" destOrd="0" presId="urn:microsoft.com/office/officeart/2005/8/layout/hierarchy1"/>
    <dgm:cxn modelId="{A3627FDB-50B1-4F4D-9499-04EE1E018C07}" type="presParOf" srcId="{897C30ED-C74A-440D-B38A-7AD5AA17BA1D}" destId="{89AC9980-133E-4A3A-A2ED-669D3967887C}" srcOrd="0" destOrd="0" presId="urn:microsoft.com/office/officeart/2005/8/layout/hierarchy1"/>
    <dgm:cxn modelId="{EDA7E3AA-07F2-40BA-87D8-E5567AE8F179}" type="presParOf" srcId="{897C30ED-C74A-440D-B38A-7AD5AA17BA1D}" destId="{3883C139-26C0-47F3-92EB-E1B2337B7670}" srcOrd="1" destOrd="0" presId="urn:microsoft.com/office/officeart/2005/8/layout/hierarchy1"/>
    <dgm:cxn modelId="{5DAE8480-4906-4606-8F8B-824C686ADC5F}" type="presParOf" srcId="{08DF8439-EF36-42B5-AAF3-39D2B2676CB7}" destId="{063FA95A-9A2F-4087-A0C3-24EEDB45DE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7D88069-36A7-413A-B3C6-B1BED7D5384A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A3BB49-4285-4200-9C11-2D59917DDA98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Reset</a:t>
          </a:r>
          <a:endParaRPr lang="en-US"/>
        </a:p>
      </dgm:t>
    </dgm:pt>
    <dgm:pt modelId="{8A2A0341-8BC6-4001-9E20-1C0BBDC6FA35}" type="parTrans" cxnId="{61E80DA3-6EA9-4726-9284-39169503D4E2}">
      <dgm:prSet/>
      <dgm:spPr/>
      <dgm:t>
        <a:bodyPr/>
        <a:lstStyle/>
        <a:p>
          <a:endParaRPr lang="en-US"/>
        </a:p>
      </dgm:t>
    </dgm:pt>
    <dgm:pt modelId="{074A5A62-CB71-4AE6-B76D-41710DDE5D40}" type="sibTrans" cxnId="{61E80DA3-6EA9-4726-9284-39169503D4E2}">
      <dgm:prSet/>
      <dgm:spPr/>
      <dgm:t>
        <a:bodyPr/>
        <a:lstStyle/>
        <a:p>
          <a:endParaRPr lang="en-US"/>
        </a:p>
      </dgm:t>
    </dgm:pt>
    <dgm:pt modelId="{221B7380-3F32-47B4-8104-6B80BA353FBE}">
      <dgm:prSet phldrT="[Text]" phldr="0"/>
      <dgm:spPr/>
      <dgm:t>
        <a:bodyPr/>
        <a:lstStyle/>
        <a:p>
          <a:pPr rtl="0"/>
          <a:r>
            <a:rPr lang="en-US" dirty="0">
              <a:latin typeface="Neue Haas Grotesk Text Pro"/>
            </a:rPr>
            <a:t>Assert and </a:t>
          </a:r>
          <a:r>
            <a:rPr lang="en-US" dirty="0" err="1">
              <a:latin typeface="Neue Haas Grotesk Text Pro"/>
            </a:rPr>
            <a:t>deassert</a:t>
          </a:r>
          <a:r>
            <a:rPr lang="en-US" dirty="0">
              <a:latin typeface="Neue Haas Grotesk Text Pro"/>
            </a:rPr>
            <a:t> reset at different times async according to AHB clock</a:t>
          </a:r>
          <a:endParaRPr lang="en-US" dirty="0"/>
        </a:p>
      </dgm:t>
    </dgm:pt>
    <dgm:pt modelId="{36743F34-3093-4C12-86AE-D50712558617}" type="parTrans" cxnId="{CCA00B35-9BF0-477E-9A37-6E74A280610D}">
      <dgm:prSet/>
      <dgm:spPr/>
      <dgm:t>
        <a:bodyPr/>
        <a:lstStyle/>
        <a:p>
          <a:endParaRPr lang="en-US"/>
        </a:p>
      </dgm:t>
    </dgm:pt>
    <dgm:pt modelId="{33F796D1-406A-4E20-A7B6-BF962CDD5609}" type="sibTrans" cxnId="{CCA00B35-9BF0-477E-9A37-6E74A280610D}">
      <dgm:prSet/>
      <dgm:spPr/>
      <dgm:t>
        <a:bodyPr/>
        <a:lstStyle/>
        <a:p>
          <a:endParaRPr lang="en-US"/>
        </a:p>
      </dgm:t>
    </dgm:pt>
    <dgm:pt modelId="{D7085D27-92A6-4E37-BFD0-4B7C08D08709}">
      <dgm:prSet phldrT="[Text]" phldr="0" custT="0"/>
      <dgm:spPr/>
      <dgm:t>
        <a:bodyPr/>
        <a:lstStyle/>
        <a:p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Assert and deassert reset at different times async according to APB clock</a:t>
          </a:r>
        </a:p>
      </dgm:t>
    </dgm:pt>
    <dgm:pt modelId="{BF945A39-40F9-4BAC-9B37-C26BD32E8CFD}" type="parTrans" cxnId="{35B91722-6BCD-41B2-A84D-3E64776ED07A}">
      <dgm:prSet/>
      <dgm:spPr/>
      <dgm:t>
        <a:bodyPr/>
        <a:lstStyle/>
        <a:p>
          <a:endParaRPr lang="en-US"/>
        </a:p>
      </dgm:t>
    </dgm:pt>
    <dgm:pt modelId="{B5BE7264-5D27-435B-8145-CC14671208B3}" type="sibTrans" cxnId="{35B91722-6BCD-41B2-A84D-3E64776ED07A}">
      <dgm:prSet/>
      <dgm:spPr/>
      <dgm:t>
        <a:bodyPr/>
        <a:lstStyle/>
        <a:p>
          <a:endParaRPr lang="en-US"/>
        </a:p>
      </dgm:t>
    </dgm:pt>
    <dgm:pt modelId="{9BC7C4B7-EE52-4146-857E-EA3F433AB4B9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Sequence</a:t>
          </a:r>
          <a:endParaRPr lang="en-US"/>
        </a:p>
      </dgm:t>
    </dgm:pt>
    <dgm:pt modelId="{414D6175-E298-4E27-A0D3-53DFA5A24986}" type="parTrans" cxnId="{F7B4FD2B-21CC-4513-87ED-FA169C65A461}">
      <dgm:prSet/>
      <dgm:spPr/>
      <dgm:t>
        <a:bodyPr/>
        <a:lstStyle/>
        <a:p>
          <a:endParaRPr lang="en-US"/>
        </a:p>
      </dgm:t>
    </dgm:pt>
    <dgm:pt modelId="{B979F25A-1821-4A3F-8052-B74E5473C395}" type="sibTrans" cxnId="{F7B4FD2B-21CC-4513-87ED-FA169C65A461}">
      <dgm:prSet/>
      <dgm:spPr/>
      <dgm:t>
        <a:bodyPr/>
        <a:lstStyle/>
        <a:p>
          <a:endParaRPr lang="en-US"/>
        </a:p>
      </dgm:t>
    </dgm:pt>
    <dgm:pt modelId="{A4DA6174-FEF9-408F-A741-51069E23A6E2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Start sequence</a:t>
          </a:r>
          <a:endParaRPr lang="en-US"/>
        </a:p>
      </dgm:t>
    </dgm:pt>
    <dgm:pt modelId="{AEC72EC0-4A3D-4CC0-AE61-C33ED458FA0C}" type="parTrans" cxnId="{5F237452-811D-4E60-980B-C17206312A53}">
      <dgm:prSet/>
      <dgm:spPr/>
      <dgm:t>
        <a:bodyPr/>
        <a:lstStyle/>
        <a:p>
          <a:endParaRPr lang="en-US"/>
        </a:p>
      </dgm:t>
    </dgm:pt>
    <dgm:pt modelId="{FE40D108-618E-44D0-B7A8-EDA8B72DD18F}" type="sibTrans" cxnId="{5F237452-811D-4E60-980B-C17206312A53}">
      <dgm:prSet/>
      <dgm:spPr/>
      <dgm:t>
        <a:bodyPr/>
        <a:lstStyle/>
        <a:p>
          <a:endParaRPr lang="en-US"/>
        </a:p>
      </dgm:t>
    </dgm:pt>
    <dgm:pt modelId="{30D8271F-A140-443D-8623-43DE8AC0F7F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Repeat after the sequence is killed by reset</a:t>
          </a:r>
          <a:endParaRPr lang="en-US"/>
        </a:p>
      </dgm:t>
    </dgm:pt>
    <dgm:pt modelId="{C07B0F5A-F9D5-47F8-8E95-B06B9A420BE4}" type="parTrans" cxnId="{A416B659-AF79-45C7-A2B1-FF16D9013F33}">
      <dgm:prSet/>
      <dgm:spPr/>
      <dgm:t>
        <a:bodyPr/>
        <a:lstStyle/>
        <a:p>
          <a:endParaRPr lang="en-US"/>
        </a:p>
      </dgm:t>
    </dgm:pt>
    <dgm:pt modelId="{3E26D9F2-9EF4-4D33-8B98-8F9EE9F06A31}" type="sibTrans" cxnId="{A416B659-AF79-45C7-A2B1-FF16D9013F33}">
      <dgm:prSet/>
      <dgm:spPr/>
      <dgm:t>
        <a:bodyPr/>
        <a:lstStyle/>
        <a:p>
          <a:endParaRPr lang="en-US"/>
        </a:p>
      </dgm:t>
    </dgm:pt>
    <dgm:pt modelId="{8EB01B28-CD46-4CEC-8B30-EA03AE837C11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Repeat the process 100 times</a:t>
          </a:r>
          <a:endParaRPr lang="en-US"/>
        </a:p>
      </dgm:t>
    </dgm:pt>
    <dgm:pt modelId="{6446DAD2-D952-4172-80CE-B1E68D6841EC}" type="parTrans" cxnId="{0627892C-4318-417F-8867-A3D51170CDAA}">
      <dgm:prSet/>
      <dgm:spPr/>
      <dgm:t>
        <a:bodyPr/>
        <a:lstStyle/>
        <a:p>
          <a:endParaRPr lang="en-US"/>
        </a:p>
      </dgm:t>
    </dgm:pt>
    <dgm:pt modelId="{93747946-7550-42E0-8C0A-5F69B8A312A6}" type="sibTrans" cxnId="{0627892C-4318-417F-8867-A3D51170CDAA}">
      <dgm:prSet/>
      <dgm:spPr/>
      <dgm:t>
        <a:bodyPr/>
        <a:lstStyle/>
        <a:p>
          <a:endParaRPr lang="en-US"/>
        </a:p>
      </dgm:t>
    </dgm:pt>
    <dgm:pt modelId="{A73A85CB-410A-4F59-9C5A-134B59EE20A3}" type="pres">
      <dgm:prSet presAssocID="{47D88069-36A7-413A-B3C6-B1BED7D5384A}" presName="Name0" presStyleCnt="0">
        <dgm:presLayoutVars>
          <dgm:dir/>
          <dgm:animLvl val="lvl"/>
          <dgm:resizeHandles val="exact"/>
        </dgm:presLayoutVars>
      </dgm:prSet>
      <dgm:spPr/>
    </dgm:pt>
    <dgm:pt modelId="{5F6BBD84-31EC-491D-841C-5184FC372CAD}" type="pres">
      <dgm:prSet presAssocID="{A7A3BB49-4285-4200-9C11-2D59917DDA98}" presName="vertFlow" presStyleCnt="0"/>
      <dgm:spPr/>
    </dgm:pt>
    <dgm:pt modelId="{60525F46-E0D1-4C38-BDE0-87CFD7C32213}" type="pres">
      <dgm:prSet presAssocID="{A7A3BB49-4285-4200-9C11-2D59917DDA98}" presName="header" presStyleLbl="node1" presStyleIdx="0" presStyleCnt="2"/>
      <dgm:spPr/>
    </dgm:pt>
    <dgm:pt modelId="{E10658A9-F3CE-430E-88AE-DE73E336DE5F}" type="pres">
      <dgm:prSet presAssocID="{36743F34-3093-4C12-86AE-D50712558617}" presName="parTrans" presStyleLbl="sibTrans2D1" presStyleIdx="0" presStyleCnt="5"/>
      <dgm:spPr/>
    </dgm:pt>
    <dgm:pt modelId="{3B54B3F9-1A00-45E4-88CC-DADDB30BE249}" type="pres">
      <dgm:prSet presAssocID="{221B7380-3F32-47B4-8104-6B80BA353FBE}" presName="child" presStyleLbl="alignAccFollowNode1" presStyleIdx="0" presStyleCnt="5">
        <dgm:presLayoutVars>
          <dgm:chMax val="0"/>
          <dgm:bulletEnabled val="1"/>
        </dgm:presLayoutVars>
      </dgm:prSet>
      <dgm:spPr/>
    </dgm:pt>
    <dgm:pt modelId="{86A7D862-7C6B-4192-B4B1-8C574840B4D9}" type="pres">
      <dgm:prSet presAssocID="{33F796D1-406A-4E20-A7B6-BF962CDD5609}" presName="sibTrans" presStyleLbl="sibTrans2D1" presStyleIdx="1" presStyleCnt="5"/>
      <dgm:spPr/>
    </dgm:pt>
    <dgm:pt modelId="{066C4616-2788-4AB9-A102-03F234EBA1DE}" type="pres">
      <dgm:prSet presAssocID="{D7085D27-92A6-4E37-BFD0-4B7C08D08709}" presName="child" presStyleLbl="alignAccFollowNode1" presStyleIdx="1" presStyleCnt="5">
        <dgm:presLayoutVars>
          <dgm:chMax val="0"/>
          <dgm:bulletEnabled val="1"/>
        </dgm:presLayoutVars>
      </dgm:prSet>
      <dgm:spPr/>
    </dgm:pt>
    <dgm:pt modelId="{AEA1CBFD-4750-4949-93D4-5365C62BCC6D}" type="pres">
      <dgm:prSet presAssocID="{B5BE7264-5D27-435B-8145-CC14671208B3}" presName="sibTrans" presStyleLbl="sibTrans2D1" presStyleIdx="2" presStyleCnt="5"/>
      <dgm:spPr/>
    </dgm:pt>
    <dgm:pt modelId="{48231B33-938F-4358-BB49-D39EBD8A77CC}" type="pres">
      <dgm:prSet presAssocID="{8EB01B28-CD46-4CEC-8B30-EA03AE837C11}" presName="child" presStyleLbl="alignAccFollowNode1" presStyleIdx="2" presStyleCnt="5">
        <dgm:presLayoutVars>
          <dgm:chMax val="0"/>
          <dgm:bulletEnabled val="1"/>
        </dgm:presLayoutVars>
      </dgm:prSet>
      <dgm:spPr/>
    </dgm:pt>
    <dgm:pt modelId="{DA64761F-1457-4D15-B7C7-DAFA90485E5B}" type="pres">
      <dgm:prSet presAssocID="{A7A3BB49-4285-4200-9C11-2D59917DDA98}" presName="hSp" presStyleCnt="0"/>
      <dgm:spPr/>
    </dgm:pt>
    <dgm:pt modelId="{0FCCDEF2-D73C-409F-A774-41FE52F9F1A7}" type="pres">
      <dgm:prSet presAssocID="{9BC7C4B7-EE52-4146-857E-EA3F433AB4B9}" presName="vertFlow" presStyleCnt="0"/>
      <dgm:spPr/>
    </dgm:pt>
    <dgm:pt modelId="{CE48918D-CC67-40A7-A5EB-9491A63E9500}" type="pres">
      <dgm:prSet presAssocID="{9BC7C4B7-EE52-4146-857E-EA3F433AB4B9}" presName="header" presStyleLbl="node1" presStyleIdx="1" presStyleCnt="2"/>
      <dgm:spPr/>
    </dgm:pt>
    <dgm:pt modelId="{8C6428B9-3B9F-48D8-BE09-0DAF22D94FD1}" type="pres">
      <dgm:prSet presAssocID="{AEC72EC0-4A3D-4CC0-AE61-C33ED458FA0C}" presName="parTrans" presStyleLbl="sibTrans2D1" presStyleIdx="3" presStyleCnt="5"/>
      <dgm:spPr/>
    </dgm:pt>
    <dgm:pt modelId="{24E4C5ED-A512-4B21-84D5-E172E52FE319}" type="pres">
      <dgm:prSet presAssocID="{A4DA6174-FEF9-408F-A741-51069E23A6E2}" presName="child" presStyleLbl="alignAccFollowNode1" presStyleIdx="3" presStyleCnt="5">
        <dgm:presLayoutVars>
          <dgm:chMax val="0"/>
          <dgm:bulletEnabled val="1"/>
        </dgm:presLayoutVars>
      </dgm:prSet>
      <dgm:spPr/>
    </dgm:pt>
    <dgm:pt modelId="{16375462-0D66-4C6A-97EA-F633BE48A520}" type="pres">
      <dgm:prSet presAssocID="{FE40D108-618E-44D0-B7A8-EDA8B72DD18F}" presName="sibTrans" presStyleLbl="sibTrans2D1" presStyleIdx="4" presStyleCnt="5"/>
      <dgm:spPr/>
    </dgm:pt>
    <dgm:pt modelId="{D3FE49C6-7467-4A17-8558-10518EF371F7}" type="pres">
      <dgm:prSet presAssocID="{30D8271F-A140-443D-8623-43DE8AC0F7FF}" presName="child" presStyleLbl="alignAccFollowNode1" presStyleIdx="4" presStyleCnt="5">
        <dgm:presLayoutVars>
          <dgm:chMax val="0"/>
          <dgm:bulletEnabled val="1"/>
        </dgm:presLayoutVars>
      </dgm:prSet>
      <dgm:spPr/>
    </dgm:pt>
  </dgm:ptLst>
  <dgm:cxnLst>
    <dgm:cxn modelId="{0908DC0A-F57C-4F34-A183-BE3E90FC7699}" type="presOf" srcId="{221B7380-3F32-47B4-8104-6B80BA353FBE}" destId="{3B54B3F9-1A00-45E4-88CC-DADDB30BE249}" srcOrd="0" destOrd="0" presId="urn:microsoft.com/office/officeart/2005/8/layout/lProcess1"/>
    <dgm:cxn modelId="{35B91722-6BCD-41B2-A84D-3E64776ED07A}" srcId="{A7A3BB49-4285-4200-9C11-2D59917DDA98}" destId="{D7085D27-92A6-4E37-BFD0-4B7C08D08709}" srcOrd="1" destOrd="0" parTransId="{BF945A39-40F9-4BAC-9B37-C26BD32E8CFD}" sibTransId="{B5BE7264-5D27-435B-8145-CC14671208B3}"/>
    <dgm:cxn modelId="{F7B4FD2B-21CC-4513-87ED-FA169C65A461}" srcId="{47D88069-36A7-413A-B3C6-B1BED7D5384A}" destId="{9BC7C4B7-EE52-4146-857E-EA3F433AB4B9}" srcOrd="1" destOrd="0" parTransId="{414D6175-E298-4E27-A0D3-53DFA5A24986}" sibTransId="{B979F25A-1821-4A3F-8052-B74E5473C395}"/>
    <dgm:cxn modelId="{0627892C-4318-417F-8867-A3D51170CDAA}" srcId="{A7A3BB49-4285-4200-9C11-2D59917DDA98}" destId="{8EB01B28-CD46-4CEC-8B30-EA03AE837C11}" srcOrd="2" destOrd="0" parTransId="{6446DAD2-D952-4172-80CE-B1E68D6841EC}" sibTransId="{93747946-7550-42E0-8C0A-5F69B8A312A6}"/>
    <dgm:cxn modelId="{CCA00B35-9BF0-477E-9A37-6E74A280610D}" srcId="{A7A3BB49-4285-4200-9C11-2D59917DDA98}" destId="{221B7380-3F32-47B4-8104-6B80BA353FBE}" srcOrd="0" destOrd="0" parTransId="{36743F34-3093-4C12-86AE-D50712558617}" sibTransId="{33F796D1-406A-4E20-A7B6-BF962CDD5609}"/>
    <dgm:cxn modelId="{AF54323A-4694-42B3-9D63-7C08C1871667}" type="presOf" srcId="{9BC7C4B7-EE52-4146-857E-EA3F433AB4B9}" destId="{CE48918D-CC67-40A7-A5EB-9491A63E9500}" srcOrd="0" destOrd="0" presId="urn:microsoft.com/office/officeart/2005/8/layout/lProcess1"/>
    <dgm:cxn modelId="{E828736A-822F-444F-ADF7-0592A5B43401}" type="presOf" srcId="{D7085D27-92A6-4E37-BFD0-4B7C08D08709}" destId="{066C4616-2788-4AB9-A102-03F234EBA1DE}" srcOrd="0" destOrd="0" presId="urn:microsoft.com/office/officeart/2005/8/layout/lProcess1"/>
    <dgm:cxn modelId="{33023B50-C2D4-4141-8930-9BEEEFCBAC97}" type="presOf" srcId="{33F796D1-406A-4E20-A7B6-BF962CDD5609}" destId="{86A7D862-7C6B-4192-B4B1-8C574840B4D9}" srcOrd="0" destOrd="0" presId="urn:microsoft.com/office/officeart/2005/8/layout/lProcess1"/>
    <dgm:cxn modelId="{5F237452-811D-4E60-980B-C17206312A53}" srcId="{9BC7C4B7-EE52-4146-857E-EA3F433AB4B9}" destId="{A4DA6174-FEF9-408F-A741-51069E23A6E2}" srcOrd="0" destOrd="0" parTransId="{AEC72EC0-4A3D-4CC0-AE61-C33ED458FA0C}" sibTransId="{FE40D108-618E-44D0-B7A8-EDA8B72DD18F}"/>
    <dgm:cxn modelId="{A416B659-AF79-45C7-A2B1-FF16D9013F33}" srcId="{9BC7C4B7-EE52-4146-857E-EA3F433AB4B9}" destId="{30D8271F-A140-443D-8623-43DE8AC0F7FF}" srcOrd="1" destOrd="0" parTransId="{C07B0F5A-F9D5-47F8-8E95-B06B9A420BE4}" sibTransId="{3E26D9F2-9EF4-4D33-8B98-8F9EE9F06A31}"/>
    <dgm:cxn modelId="{A0157592-E5EE-4D09-B9B8-5375889340FA}" type="presOf" srcId="{B5BE7264-5D27-435B-8145-CC14671208B3}" destId="{AEA1CBFD-4750-4949-93D4-5365C62BCC6D}" srcOrd="0" destOrd="0" presId="urn:microsoft.com/office/officeart/2005/8/layout/lProcess1"/>
    <dgm:cxn modelId="{61E80DA3-6EA9-4726-9284-39169503D4E2}" srcId="{47D88069-36A7-413A-B3C6-B1BED7D5384A}" destId="{A7A3BB49-4285-4200-9C11-2D59917DDA98}" srcOrd="0" destOrd="0" parTransId="{8A2A0341-8BC6-4001-9E20-1C0BBDC6FA35}" sibTransId="{074A5A62-CB71-4AE6-B76D-41710DDE5D40}"/>
    <dgm:cxn modelId="{EBB1EAAD-22BA-4C3F-9716-465F5F51BA01}" type="presOf" srcId="{47D88069-36A7-413A-B3C6-B1BED7D5384A}" destId="{A73A85CB-410A-4F59-9C5A-134B59EE20A3}" srcOrd="0" destOrd="0" presId="urn:microsoft.com/office/officeart/2005/8/layout/lProcess1"/>
    <dgm:cxn modelId="{AFC31CAE-06D8-40D7-8928-B3DBF9DC4E16}" type="presOf" srcId="{30D8271F-A140-443D-8623-43DE8AC0F7FF}" destId="{D3FE49C6-7467-4A17-8558-10518EF371F7}" srcOrd="0" destOrd="0" presId="urn:microsoft.com/office/officeart/2005/8/layout/lProcess1"/>
    <dgm:cxn modelId="{27A2A5BD-7F29-4DC3-BF54-D548AD020F5A}" type="presOf" srcId="{A4DA6174-FEF9-408F-A741-51069E23A6E2}" destId="{24E4C5ED-A512-4B21-84D5-E172E52FE319}" srcOrd="0" destOrd="0" presId="urn:microsoft.com/office/officeart/2005/8/layout/lProcess1"/>
    <dgm:cxn modelId="{71F1F2C8-2391-4FDB-BB8F-14AD4C64F1CA}" type="presOf" srcId="{FE40D108-618E-44D0-B7A8-EDA8B72DD18F}" destId="{16375462-0D66-4C6A-97EA-F633BE48A520}" srcOrd="0" destOrd="0" presId="urn:microsoft.com/office/officeart/2005/8/layout/lProcess1"/>
    <dgm:cxn modelId="{B48172D0-5BFE-4406-85CF-A5B59E25FB93}" type="presOf" srcId="{A7A3BB49-4285-4200-9C11-2D59917DDA98}" destId="{60525F46-E0D1-4C38-BDE0-87CFD7C32213}" srcOrd="0" destOrd="0" presId="urn:microsoft.com/office/officeart/2005/8/layout/lProcess1"/>
    <dgm:cxn modelId="{F4FE13D4-B64D-4937-9131-EB5EE976EFE0}" type="presOf" srcId="{8EB01B28-CD46-4CEC-8B30-EA03AE837C11}" destId="{48231B33-938F-4358-BB49-D39EBD8A77CC}" srcOrd="0" destOrd="0" presId="urn:microsoft.com/office/officeart/2005/8/layout/lProcess1"/>
    <dgm:cxn modelId="{B6A7C1D8-3A21-4069-B962-A908F3029B2C}" type="presOf" srcId="{36743F34-3093-4C12-86AE-D50712558617}" destId="{E10658A9-F3CE-430E-88AE-DE73E336DE5F}" srcOrd="0" destOrd="0" presId="urn:microsoft.com/office/officeart/2005/8/layout/lProcess1"/>
    <dgm:cxn modelId="{5545B3FD-4556-4052-86C1-7FE66A0556FD}" type="presOf" srcId="{AEC72EC0-4A3D-4CC0-AE61-C33ED458FA0C}" destId="{8C6428B9-3B9F-48D8-BE09-0DAF22D94FD1}" srcOrd="0" destOrd="0" presId="urn:microsoft.com/office/officeart/2005/8/layout/lProcess1"/>
    <dgm:cxn modelId="{0FAA8A13-6465-4F83-ABEE-A03D90BAD257}" type="presParOf" srcId="{A73A85CB-410A-4F59-9C5A-134B59EE20A3}" destId="{5F6BBD84-31EC-491D-841C-5184FC372CAD}" srcOrd="0" destOrd="0" presId="urn:microsoft.com/office/officeart/2005/8/layout/lProcess1"/>
    <dgm:cxn modelId="{ECFF20C5-15DC-449C-A589-16BA5EE3ECEB}" type="presParOf" srcId="{5F6BBD84-31EC-491D-841C-5184FC372CAD}" destId="{60525F46-E0D1-4C38-BDE0-87CFD7C32213}" srcOrd="0" destOrd="0" presId="urn:microsoft.com/office/officeart/2005/8/layout/lProcess1"/>
    <dgm:cxn modelId="{70368904-B6C9-4F3B-85A4-3A26B79BE9A8}" type="presParOf" srcId="{5F6BBD84-31EC-491D-841C-5184FC372CAD}" destId="{E10658A9-F3CE-430E-88AE-DE73E336DE5F}" srcOrd="1" destOrd="0" presId="urn:microsoft.com/office/officeart/2005/8/layout/lProcess1"/>
    <dgm:cxn modelId="{8C0A106F-E8D6-4E49-8E5C-9BD0951EB17D}" type="presParOf" srcId="{5F6BBD84-31EC-491D-841C-5184FC372CAD}" destId="{3B54B3F9-1A00-45E4-88CC-DADDB30BE249}" srcOrd="2" destOrd="0" presId="urn:microsoft.com/office/officeart/2005/8/layout/lProcess1"/>
    <dgm:cxn modelId="{5F8BD34D-7DAB-48F9-804A-EA887F0BBE7A}" type="presParOf" srcId="{5F6BBD84-31EC-491D-841C-5184FC372CAD}" destId="{86A7D862-7C6B-4192-B4B1-8C574840B4D9}" srcOrd="3" destOrd="0" presId="urn:microsoft.com/office/officeart/2005/8/layout/lProcess1"/>
    <dgm:cxn modelId="{6C4044EB-3059-44B4-A664-D5C685A7AB4C}" type="presParOf" srcId="{5F6BBD84-31EC-491D-841C-5184FC372CAD}" destId="{066C4616-2788-4AB9-A102-03F234EBA1DE}" srcOrd="4" destOrd="0" presId="urn:microsoft.com/office/officeart/2005/8/layout/lProcess1"/>
    <dgm:cxn modelId="{6F3DAC99-491B-41AD-8136-4894595E27C2}" type="presParOf" srcId="{5F6BBD84-31EC-491D-841C-5184FC372CAD}" destId="{AEA1CBFD-4750-4949-93D4-5365C62BCC6D}" srcOrd="5" destOrd="0" presId="urn:microsoft.com/office/officeart/2005/8/layout/lProcess1"/>
    <dgm:cxn modelId="{379F671B-D2B7-43CF-A4D9-FB62E1CB79E1}" type="presParOf" srcId="{5F6BBD84-31EC-491D-841C-5184FC372CAD}" destId="{48231B33-938F-4358-BB49-D39EBD8A77CC}" srcOrd="6" destOrd="0" presId="urn:microsoft.com/office/officeart/2005/8/layout/lProcess1"/>
    <dgm:cxn modelId="{4C2D9E1A-4795-460A-A6C0-F7FB283973D9}" type="presParOf" srcId="{A73A85CB-410A-4F59-9C5A-134B59EE20A3}" destId="{DA64761F-1457-4D15-B7C7-DAFA90485E5B}" srcOrd="1" destOrd="0" presId="urn:microsoft.com/office/officeart/2005/8/layout/lProcess1"/>
    <dgm:cxn modelId="{DB74E9C8-FA93-424E-B048-5ADF129C68B6}" type="presParOf" srcId="{A73A85CB-410A-4F59-9C5A-134B59EE20A3}" destId="{0FCCDEF2-D73C-409F-A774-41FE52F9F1A7}" srcOrd="2" destOrd="0" presId="urn:microsoft.com/office/officeart/2005/8/layout/lProcess1"/>
    <dgm:cxn modelId="{B8546A97-3591-49E4-A3B6-A9993F3F6E76}" type="presParOf" srcId="{0FCCDEF2-D73C-409F-A774-41FE52F9F1A7}" destId="{CE48918D-CC67-40A7-A5EB-9491A63E9500}" srcOrd="0" destOrd="0" presId="urn:microsoft.com/office/officeart/2005/8/layout/lProcess1"/>
    <dgm:cxn modelId="{67260AE7-D26D-4C14-A846-56093A629DF5}" type="presParOf" srcId="{0FCCDEF2-D73C-409F-A774-41FE52F9F1A7}" destId="{8C6428B9-3B9F-48D8-BE09-0DAF22D94FD1}" srcOrd="1" destOrd="0" presId="urn:microsoft.com/office/officeart/2005/8/layout/lProcess1"/>
    <dgm:cxn modelId="{16FA743E-9AFD-41E1-8FCB-A33574616D7F}" type="presParOf" srcId="{0FCCDEF2-D73C-409F-A774-41FE52F9F1A7}" destId="{24E4C5ED-A512-4B21-84D5-E172E52FE319}" srcOrd="2" destOrd="0" presId="urn:microsoft.com/office/officeart/2005/8/layout/lProcess1"/>
    <dgm:cxn modelId="{D5A821D8-9E12-4134-A801-AE9B9525D9DD}" type="presParOf" srcId="{0FCCDEF2-D73C-409F-A774-41FE52F9F1A7}" destId="{16375462-0D66-4C6A-97EA-F633BE48A520}" srcOrd="3" destOrd="0" presId="urn:microsoft.com/office/officeart/2005/8/layout/lProcess1"/>
    <dgm:cxn modelId="{5D297873-EE9C-4FA7-B594-CD7445D8E49B}" type="presParOf" srcId="{0FCCDEF2-D73C-409F-A774-41FE52F9F1A7}" destId="{D3FE49C6-7467-4A17-8558-10518EF371F7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72989C5-0057-4A3C-BA04-556285ACD8B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E5D6C-E270-44CA-B9B0-6CE7344A1662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>
              <a:latin typeface="Neue Haas Grotesk Text Pro"/>
              <a:ea typeface="+mn-ea"/>
              <a:cs typeface="+mn-cs"/>
            </a:rPr>
            <a:t>Main test</a:t>
          </a:r>
          <a:endParaRPr lang="en-US" sz="1600">
            <a:ea typeface="+mn-ea"/>
            <a:cs typeface="+mn-cs"/>
          </a:endParaRPr>
        </a:p>
      </dgm:t>
    </dgm:pt>
    <dgm:pt modelId="{F7D2A0E9-6CB6-45A3-8370-3F3DAEF8AA72}" type="parTrans" cxnId="{64DDE364-2489-4228-87EB-498C6C9A2826}">
      <dgm:prSet/>
      <dgm:spPr/>
      <dgm:t>
        <a:bodyPr/>
        <a:lstStyle/>
        <a:p>
          <a:endParaRPr lang="en-US"/>
        </a:p>
      </dgm:t>
    </dgm:pt>
    <dgm:pt modelId="{EE3D6593-14D1-4C91-ADA5-BDD3A888799D}" type="sibTrans" cxnId="{64DDE364-2489-4228-87EB-498C6C9A2826}">
      <dgm:prSet/>
      <dgm:spPr/>
      <dgm:t>
        <a:bodyPr/>
        <a:lstStyle/>
        <a:p>
          <a:endParaRPr lang="en-US"/>
        </a:p>
      </dgm:t>
    </dgm:pt>
    <dgm:pt modelId="{44290F78-6A72-4E30-9B99-79EB0F3DB48A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>
              <a:latin typeface="Neue Haas Grotesk Text Pro"/>
              <a:ea typeface="+mn-ea"/>
              <a:cs typeface="+mn-cs"/>
            </a:rPr>
            <a:t>Parameterized clock</a:t>
          </a:r>
          <a:endParaRPr lang="en-US" sz="1600">
            <a:ea typeface="+mn-ea"/>
            <a:cs typeface="+mn-cs"/>
          </a:endParaRPr>
        </a:p>
      </dgm:t>
    </dgm:pt>
    <dgm:pt modelId="{4A024A9D-79D7-4D21-A874-EBF7476EB797}" type="parTrans" cxnId="{B2FD0E16-4A06-455F-8F5F-A43F9AE4D02D}">
      <dgm:prSet/>
      <dgm:spPr/>
      <dgm:t>
        <a:bodyPr/>
        <a:lstStyle/>
        <a:p>
          <a:endParaRPr lang="en-US"/>
        </a:p>
      </dgm:t>
    </dgm:pt>
    <dgm:pt modelId="{1A74A86A-ADB6-4C7F-ACC3-3F26B5B3C28C}" type="sibTrans" cxnId="{B2FD0E16-4A06-455F-8F5F-A43F9AE4D02D}">
      <dgm:prSet/>
      <dgm:spPr/>
      <dgm:t>
        <a:bodyPr/>
        <a:lstStyle/>
        <a:p>
          <a:endParaRPr lang="en-US"/>
        </a:p>
      </dgm:t>
    </dgm:pt>
    <dgm:pt modelId="{01148DF1-1639-4EC6-89C3-0C28709EB99D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 dirty="0">
              <a:latin typeface="Neue Haas Grotesk Text Pro"/>
              <a:ea typeface="+mn-ea"/>
              <a:cs typeface="+mn-cs"/>
            </a:rPr>
            <a:t>Same clock</a:t>
          </a:r>
        </a:p>
      </dgm:t>
    </dgm:pt>
    <dgm:pt modelId="{C43B6166-DA94-43B7-BF2B-4111476D8B4D}" type="parTrans" cxnId="{9955B4A4-3EC2-4F20-A2AB-A2CD0F2BCF66}">
      <dgm:prSet/>
      <dgm:spPr/>
      <dgm:t>
        <a:bodyPr/>
        <a:lstStyle/>
        <a:p>
          <a:endParaRPr lang="en-US"/>
        </a:p>
      </dgm:t>
    </dgm:pt>
    <dgm:pt modelId="{F86AF456-8FC6-4885-BE80-91E9AB0FA7B6}" type="sibTrans" cxnId="{9955B4A4-3EC2-4F20-A2AB-A2CD0F2BCF66}">
      <dgm:prSet/>
      <dgm:spPr/>
      <dgm:t>
        <a:bodyPr/>
        <a:lstStyle/>
        <a:p>
          <a:endParaRPr lang="en-US"/>
        </a:p>
      </dgm:t>
    </dgm:pt>
    <dgm:pt modelId="{986D4906-E65F-4658-9914-6649E9D9D5F4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 dirty="0">
              <a:latin typeface="Neue Haas Grotesk Text Pro"/>
              <a:ea typeface="+mn-ea"/>
              <a:cs typeface="+mn-cs"/>
            </a:rPr>
            <a:t>Double clock</a:t>
          </a:r>
        </a:p>
      </dgm:t>
    </dgm:pt>
    <dgm:pt modelId="{790391C3-7ECD-4545-9BFF-7DD50F355BF2}" type="parTrans" cxnId="{09DE0C94-E28B-4F7D-8148-2CEE3E72690E}">
      <dgm:prSet/>
      <dgm:spPr/>
      <dgm:t>
        <a:bodyPr/>
        <a:lstStyle/>
        <a:p>
          <a:endParaRPr lang="en-US"/>
        </a:p>
      </dgm:t>
    </dgm:pt>
    <dgm:pt modelId="{B7563851-88EE-4DCF-9FF6-3F87A2FF069D}" type="sibTrans" cxnId="{09DE0C94-E28B-4F7D-8148-2CEE3E72690E}">
      <dgm:prSet/>
      <dgm:spPr/>
      <dgm:t>
        <a:bodyPr/>
        <a:lstStyle/>
        <a:p>
          <a:endParaRPr lang="en-US"/>
        </a:p>
      </dgm:t>
    </dgm:pt>
    <dgm:pt modelId="{22EF5292-6038-4090-8244-6E7DF73F4C72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 dirty="0">
              <a:latin typeface="Neue Haas Grotesk Text Pro"/>
              <a:ea typeface="+mn-ea"/>
              <a:cs typeface="+mn-cs"/>
            </a:rPr>
            <a:t>Phase shift</a:t>
          </a:r>
        </a:p>
      </dgm:t>
    </dgm:pt>
    <dgm:pt modelId="{EE78C9B5-DCF2-4A17-A836-3FDC5A73B138}" type="parTrans" cxnId="{1A49FF12-F4A8-435E-AAA3-5CA43352C822}">
      <dgm:prSet/>
      <dgm:spPr/>
      <dgm:t>
        <a:bodyPr/>
        <a:lstStyle/>
        <a:p>
          <a:endParaRPr lang="en-US"/>
        </a:p>
      </dgm:t>
    </dgm:pt>
    <dgm:pt modelId="{AC2DBE9F-B707-4F09-9E3E-FF433A024F3F}" type="sibTrans" cxnId="{1A49FF12-F4A8-435E-AAA3-5CA43352C822}">
      <dgm:prSet/>
      <dgm:spPr/>
      <dgm:t>
        <a:bodyPr/>
        <a:lstStyle/>
        <a:p>
          <a:endParaRPr lang="en-US"/>
        </a:p>
      </dgm:t>
    </dgm:pt>
    <dgm:pt modelId="{8E24D700-4992-48AC-B376-990B477DB492}" type="pres">
      <dgm:prSet presAssocID="{372989C5-0057-4A3C-BA04-556285ACD8B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52BABD-B10F-449B-ADDE-463307903208}" type="pres">
      <dgm:prSet presAssocID="{58FE5D6C-E270-44CA-B9B0-6CE7344A1662}" presName="hierRoot1" presStyleCnt="0"/>
      <dgm:spPr/>
    </dgm:pt>
    <dgm:pt modelId="{A214954F-A1CE-4E4B-9B85-8CEE9AAC0E9E}" type="pres">
      <dgm:prSet presAssocID="{58FE5D6C-E270-44CA-B9B0-6CE7344A1662}" presName="composite" presStyleCnt="0"/>
      <dgm:spPr/>
    </dgm:pt>
    <dgm:pt modelId="{BFFA3040-EF68-4C41-87CB-A4490CC84EDD}" type="pres">
      <dgm:prSet presAssocID="{58FE5D6C-E270-44CA-B9B0-6CE7344A1662}" presName="background" presStyleLbl="node0" presStyleIdx="0" presStyleCnt="1"/>
      <dgm:spPr/>
    </dgm:pt>
    <dgm:pt modelId="{BB02407F-A534-4DF8-A7C7-FC79F5C94563}" type="pres">
      <dgm:prSet presAssocID="{58FE5D6C-E270-44CA-B9B0-6CE7344A1662}" presName="text" presStyleLbl="fgAcc0" presStyleIdx="0" presStyleCnt="1">
        <dgm:presLayoutVars>
          <dgm:chPref val="3"/>
        </dgm:presLayoutVars>
      </dgm:prSet>
      <dgm:spPr/>
    </dgm:pt>
    <dgm:pt modelId="{C855D7F7-A3C4-4BA9-8152-BD682CE4C2FC}" type="pres">
      <dgm:prSet presAssocID="{58FE5D6C-E270-44CA-B9B0-6CE7344A1662}" presName="hierChild2" presStyleCnt="0"/>
      <dgm:spPr/>
    </dgm:pt>
    <dgm:pt modelId="{F99E6AD5-B5CB-4542-A1C5-74C4897D2BB3}" type="pres">
      <dgm:prSet presAssocID="{4A024A9D-79D7-4D21-A874-EBF7476EB797}" presName="Name10" presStyleLbl="parChTrans1D2" presStyleIdx="0" presStyleCnt="1"/>
      <dgm:spPr/>
    </dgm:pt>
    <dgm:pt modelId="{95731277-8342-40F3-AB8B-4E56A727BB2E}" type="pres">
      <dgm:prSet presAssocID="{44290F78-6A72-4E30-9B99-79EB0F3DB48A}" presName="hierRoot2" presStyleCnt="0"/>
      <dgm:spPr/>
    </dgm:pt>
    <dgm:pt modelId="{A58CC739-F3DA-4B86-9DBB-AC217078B3B4}" type="pres">
      <dgm:prSet presAssocID="{44290F78-6A72-4E30-9B99-79EB0F3DB48A}" presName="composite2" presStyleCnt="0"/>
      <dgm:spPr/>
    </dgm:pt>
    <dgm:pt modelId="{2FED1973-69E8-4130-8484-D81BA70F27D3}" type="pres">
      <dgm:prSet presAssocID="{44290F78-6A72-4E30-9B99-79EB0F3DB48A}" presName="background2" presStyleLbl="node2" presStyleIdx="0" presStyleCnt="1"/>
      <dgm:spPr/>
    </dgm:pt>
    <dgm:pt modelId="{CA4573AB-DAC7-4C79-AC50-8EACA101E15E}" type="pres">
      <dgm:prSet presAssocID="{44290F78-6A72-4E30-9B99-79EB0F3DB48A}" presName="text2" presStyleLbl="fgAcc2" presStyleIdx="0" presStyleCnt="1">
        <dgm:presLayoutVars>
          <dgm:chPref val="3"/>
        </dgm:presLayoutVars>
      </dgm:prSet>
      <dgm:spPr/>
    </dgm:pt>
    <dgm:pt modelId="{55CDC05B-F2D8-4FFD-8E82-5405C41A0F7F}" type="pres">
      <dgm:prSet presAssocID="{44290F78-6A72-4E30-9B99-79EB0F3DB48A}" presName="hierChild3" presStyleCnt="0"/>
      <dgm:spPr/>
    </dgm:pt>
    <dgm:pt modelId="{87B75695-5E30-4961-91CB-9C0A02B23435}" type="pres">
      <dgm:prSet presAssocID="{C43B6166-DA94-43B7-BF2B-4111476D8B4D}" presName="Name17" presStyleLbl="parChTrans1D3" presStyleIdx="0" presStyleCnt="3"/>
      <dgm:spPr/>
    </dgm:pt>
    <dgm:pt modelId="{08DF8439-EF36-42B5-AAF3-39D2B2676CB7}" type="pres">
      <dgm:prSet presAssocID="{01148DF1-1639-4EC6-89C3-0C28709EB99D}" presName="hierRoot3" presStyleCnt="0"/>
      <dgm:spPr/>
    </dgm:pt>
    <dgm:pt modelId="{897C30ED-C74A-440D-B38A-7AD5AA17BA1D}" type="pres">
      <dgm:prSet presAssocID="{01148DF1-1639-4EC6-89C3-0C28709EB99D}" presName="composite3" presStyleCnt="0"/>
      <dgm:spPr/>
    </dgm:pt>
    <dgm:pt modelId="{89AC9980-133E-4A3A-A2ED-669D3967887C}" type="pres">
      <dgm:prSet presAssocID="{01148DF1-1639-4EC6-89C3-0C28709EB99D}" presName="background3" presStyleLbl="node3" presStyleIdx="0" presStyleCnt="3"/>
      <dgm:spPr/>
    </dgm:pt>
    <dgm:pt modelId="{3883C139-26C0-47F3-92EB-E1B2337B7670}" type="pres">
      <dgm:prSet presAssocID="{01148DF1-1639-4EC6-89C3-0C28709EB99D}" presName="text3" presStyleLbl="fgAcc3" presStyleIdx="0" presStyleCnt="3">
        <dgm:presLayoutVars>
          <dgm:chPref val="3"/>
        </dgm:presLayoutVars>
      </dgm:prSet>
      <dgm:spPr/>
    </dgm:pt>
    <dgm:pt modelId="{063FA95A-9A2F-4087-A0C3-24EEDB45DE85}" type="pres">
      <dgm:prSet presAssocID="{01148DF1-1639-4EC6-89C3-0C28709EB99D}" presName="hierChild4" presStyleCnt="0"/>
      <dgm:spPr/>
    </dgm:pt>
    <dgm:pt modelId="{79E66666-8BEA-4774-832A-444F27ABBB59}" type="pres">
      <dgm:prSet presAssocID="{790391C3-7ECD-4545-9BFF-7DD50F355BF2}" presName="Name17" presStyleLbl="parChTrans1D3" presStyleIdx="1" presStyleCnt="3"/>
      <dgm:spPr/>
    </dgm:pt>
    <dgm:pt modelId="{02574E25-4727-4DD6-A06C-FBDA607C3110}" type="pres">
      <dgm:prSet presAssocID="{986D4906-E65F-4658-9914-6649E9D9D5F4}" presName="hierRoot3" presStyleCnt="0"/>
      <dgm:spPr/>
    </dgm:pt>
    <dgm:pt modelId="{48F2A5B8-B831-47F9-A1CA-5B07FC31EF8C}" type="pres">
      <dgm:prSet presAssocID="{986D4906-E65F-4658-9914-6649E9D9D5F4}" presName="composite3" presStyleCnt="0"/>
      <dgm:spPr/>
    </dgm:pt>
    <dgm:pt modelId="{5D35608C-5B45-4190-A91D-64277423E064}" type="pres">
      <dgm:prSet presAssocID="{986D4906-E65F-4658-9914-6649E9D9D5F4}" presName="background3" presStyleLbl="node3" presStyleIdx="1" presStyleCnt="3"/>
      <dgm:spPr/>
    </dgm:pt>
    <dgm:pt modelId="{923F67C8-0547-49E2-A30C-FEE7F369E0DA}" type="pres">
      <dgm:prSet presAssocID="{986D4906-E65F-4658-9914-6649E9D9D5F4}" presName="text3" presStyleLbl="fgAcc3" presStyleIdx="1" presStyleCnt="3">
        <dgm:presLayoutVars>
          <dgm:chPref val="3"/>
        </dgm:presLayoutVars>
      </dgm:prSet>
      <dgm:spPr/>
    </dgm:pt>
    <dgm:pt modelId="{75B57538-7821-4F68-8943-F16B054ADDC7}" type="pres">
      <dgm:prSet presAssocID="{986D4906-E65F-4658-9914-6649E9D9D5F4}" presName="hierChild4" presStyleCnt="0"/>
      <dgm:spPr/>
    </dgm:pt>
    <dgm:pt modelId="{8A45CE92-7B01-470A-8914-5CDB474C417F}" type="pres">
      <dgm:prSet presAssocID="{EE78C9B5-DCF2-4A17-A836-3FDC5A73B138}" presName="Name17" presStyleLbl="parChTrans1D3" presStyleIdx="2" presStyleCnt="3"/>
      <dgm:spPr/>
    </dgm:pt>
    <dgm:pt modelId="{876B3498-9D12-46EB-8400-6EF1C3EE1196}" type="pres">
      <dgm:prSet presAssocID="{22EF5292-6038-4090-8244-6E7DF73F4C72}" presName="hierRoot3" presStyleCnt="0"/>
      <dgm:spPr/>
    </dgm:pt>
    <dgm:pt modelId="{24F9BFB6-5AAE-408E-AD35-C9E450AF3335}" type="pres">
      <dgm:prSet presAssocID="{22EF5292-6038-4090-8244-6E7DF73F4C72}" presName="composite3" presStyleCnt="0"/>
      <dgm:spPr/>
    </dgm:pt>
    <dgm:pt modelId="{59F0AD53-20BD-4EDC-8F14-5F9031749472}" type="pres">
      <dgm:prSet presAssocID="{22EF5292-6038-4090-8244-6E7DF73F4C72}" presName="background3" presStyleLbl="node3" presStyleIdx="2" presStyleCnt="3"/>
      <dgm:spPr/>
    </dgm:pt>
    <dgm:pt modelId="{BFAE397B-12D7-4F0D-BAC5-F932BD979BA1}" type="pres">
      <dgm:prSet presAssocID="{22EF5292-6038-4090-8244-6E7DF73F4C72}" presName="text3" presStyleLbl="fgAcc3" presStyleIdx="2" presStyleCnt="3">
        <dgm:presLayoutVars>
          <dgm:chPref val="3"/>
        </dgm:presLayoutVars>
      </dgm:prSet>
      <dgm:spPr/>
    </dgm:pt>
    <dgm:pt modelId="{C62CB6A9-98B5-4D5D-ADD3-2EEDE4891D6D}" type="pres">
      <dgm:prSet presAssocID="{22EF5292-6038-4090-8244-6E7DF73F4C72}" presName="hierChild4" presStyleCnt="0"/>
      <dgm:spPr/>
    </dgm:pt>
  </dgm:ptLst>
  <dgm:cxnLst>
    <dgm:cxn modelId="{D71C0902-2C32-4350-83E3-625E5A6BA4CC}" type="presOf" srcId="{58FE5D6C-E270-44CA-B9B0-6CE7344A1662}" destId="{BB02407F-A534-4DF8-A7C7-FC79F5C94563}" srcOrd="0" destOrd="0" presId="urn:microsoft.com/office/officeart/2005/8/layout/hierarchy1"/>
    <dgm:cxn modelId="{8CCBD705-CE13-470D-9B22-AE3CF2AF5E75}" type="presOf" srcId="{01148DF1-1639-4EC6-89C3-0C28709EB99D}" destId="{3883C139-26C0-47F3-92EB-E1B2337B7670}" srcOrd="0" destOrd="0" presId="urn:microsoft.com/office/officeart/2005/8/layout/hierarchy1"/>
    <dgm:cxn modelId="{1A49FF12-F4A8-435E-AAA3-5CA43352C822}" srcId="{44290F78-6A72-4E30-9B99-79EB0F3DB48A}" destId="{22EF5292-6038-4090-8244-6E7DF73F4C72}" srcOrd="2" destOrd="0" parTransId="{EE78C9B5-DCF2-4A17-A836-3FDC5A73B138}" sibTransId="{AC2DBE9F-B707-4F09-9E3E-FF433A024F3F}"/>
    <dgm:cxn modelId="{B2FD0E16-4A06-455F-8F5F-A43F9AE4D02D}" srcId="{58FE5D6C-E270-44CA-B9B0-6CE7344A1662}" destId="{44290F78-6A72-4E30-9B99-79EB0F3DB48A}" srcOrd="0" destOrd="0" parTransId="{4A024A9D-79D7-4D21-A874-EBF7476EB797}" sibTransId="{1A74A86A-ADB6-4C7F-ACC3-3F26B5B3C28C}"/>
    <dgm:cxn modelId="{A461C91C-4B77-46E0-BEC4-D1ED87CCFD8A}" type="presOf" srcId="{EE78C9B5-DCF2-4A17-A836-3FDC5A73B138}" destId="{8A45CE92-7B01-470A-8914-5CDB474C417F}" srcOrd="0" destOrd="0" presId="urn:microsoft.com/office/officeart/2005/8/layout/hierarchy1"/>
    <dgm:cxn modelId="{B9B2FD1F-73CF-488E-93D3-42B4766850C4}" type="presOf" srcId="{790391C3-7ECD-4545-9BFF-7DD50F355BF2}" destId="{79E66666-8BEA-4774-832A-444F27ABBB59}" srcOrd="0" destOrd="0" presId="urn:microsoft.com/office/officeart/2005/8/layout/hierarchy1"/>
    <dgm:cxn modelId="{3B443E2C-D065-4A2F-A470-06C9C8480751}" type="presOf" srcId="{C43B6166-DA94-43B7-BF2B-4111476D8B4D}" destId="{87B75695-5E30-4961-91CB-9C0A02B23435}" srcOrd="0" destOrd="0" presId="urn:microsoft.com/office/officeart/2005/8/layout/hierarchy1"/>
    <dgm:cxn modelId="{EA43143E-3CAD-49EE-A1E4-597F6767E79C}" type="presOf" srcId="{44290F78-6A72-4E30-9B99-79EB0F3DB48A}" destId="{CA4573AB-DAC7-4C79-AC50-8EACA101E15E}" srcOrd="0" destOrd="0" presId="urn:microsoft.com/office/officeart/2005/8/layout/hierarchy1"/>
    <dgm:cxn modelId="{64DDE364-2489-4228-87EB-498C6C9A2826}" srcId="{372989C5-0057-4A3C-BA04-556285ACD8BE}" destId="{58FE5D6C-E270-44CA-B9B0-6CE7344A1662}" srcOrd="0" destOrd="0" parTransId="{F7D2A0E9-6CB6-45A3-8370-3F3DAEF8AA72}" sibTransId="{EE3D6593-14D1-4C91-ADA5-BDD3A888799D}"/>
    <dgm:cxn modelId="{E7BB3068-9CFC-4862-BB4E-5102A5326CD0}" type="presOf" srcId="{4A024A9D-79D7-4D21-A874-EBF7476EB797}" destId="{F99E6AD5-B5CB-4542-A1C5-74C4897D2BB3}" srcOrd="0" destOrd="0" presId="urn:microsoft.com/office/officeart/2005/8/layout/hierarchy1"/>
    <dgm:cxn modelId="{47AD4C91-21AB-4AAE-B004-E0B81929BFAE}" type="presOf" srcId="{22EF5292-6038-4090-8244-6E7DF73F4C72}" destId="{BFAE397B-12D7-4F0D-BAC5-F932BD979BA1}" srcOrd="0" destOrd="0" presId="urn:microsoft.com/office/officeart/2005/8/layout/hierarchy1"/>
    <dgm:cxn modelId="{09DE0C94-E28B-4F7D-8148-2CEE3E72690E}" srcId="{44290F78-6A72-4E30-9B99-79EB0F3DB48A}" destId="{986D4906-E65F-4658-9914-6649E9D9D5F4}" srcOrd="1" destOrd="0" parTransId="{790391C3-7ECD-4545-9BFF-7DD50F355BF2}" sibTransId="{B7563851-88EE-4DCF-9FF6-3F87A2FF069D}"/>
    <dgm:cxn modelId="{9955B4A4-3EC2-4F20-A2AB-A2CD0F2BCF66}" srcId="{44290F78-6A72-4E30-9B99-79EB0F3DB48A}" destId="{01148DF1-1639-4EC6-89C3-0C28709EB99D}" srcOrd="0" destOrd="0" parTransId="{C43B6166-DA94-43B7-BF2B-4111476D8B4D}" sibTransId="{F86AF456-8FC6-4885-BE80-91E9AB0FA7B6}"/>
    <dgm:cxn modelId="{97CE73AC-6632-40AF-A713-AFC1E1D1269F}" type="presOf" srcId="{372989C5-0057-4A3C-BA04-556285ACD8BE}" destId="{8E24D700-4992-48AC-B376-990B477DB492}" srcOrd="0" destOrd="0" presId="urn:microsoft.com/office/officeart/2005/8/layout/hierarchy1"/>
    <dgm:cxn modelId="{6AB651BA-B84B-4AF8-8E76-5454076DFFD2}" type="presOf" srcId="{986D4906-E65F-4658-9914-6649E9D9D5F4}" destId="{923F67C8-0547-49E2-A30C-FEE7F369E0DA}" srcOrd="0" destOrd="0" presId="urn:microsoft.com/office/officeart/2005/8/layout/hierarchy1"/>
    <dgm:cxn modelId="{11BCE602-324D-4F62-843E-D048E9EB2601}" type="presParOf" srcId="{8E24D700-4992-48AC-B376-990B477DB492}" destId="{8852BABD-B10F-449B-ADDE-463307903208}" srcOrd="0" destOrd="0" presId="urn:microsoft.com/office/officeart/2005/8/layout/hierarchy1"/>
    <dgm:cxn modelId="{56049735-56B6-4516-BD68-1F6F5FE212E3}" type="presParOf" srcId="{8852BABD-B10F-449B-ADDE-463307903208}" destId="{A214954F-A1CE-4E4B-9B85-8CEE9AAC0E9E}" srcOrd="0" destOrd="0" presId="urn:microsoft.com/office/officeart/2005/8/layout/hierarchy1"/>
    <dgm:cxn modelId="{EC3996CD-DDDB-4A85-9CDB-01D5B6265EE4}" type="presParOf" srcId="{A214954F-A1CE-4E4B-9B85-8CEE9AAC0E9E}" destId="{BFFA3040-EF68-4C41-87CB-A4490CC84EDD}" srcOrd="0" destOrd="0" presId="urn:microsoft.com/office/officeart/2005/8/layout/hierarchy1"/>
    <dgm:cxn modelId="{EFF96014-DFEC-4E12-859A-BDD1EE697779}" type="presParOf" srcId="{A214954F-A1CE-4E4B-9B85-8CEE9AAC0E9E}" destId="{BB02407F-A534-4DF8-A7C7-FC79F5C94563}" srcOrd="1" destOrd="0" presId="urn:microsoft.com/office/officeart/2005/8/layout/hierarchy1"/>
    <dgm:cxn modelId="{78F150CD-63A0-4FF7-9E75-A64F0601190E}" type="presParOf" srcId="{8852BABD-B10F-449B-ADDE-463307903208}" destId="{C855D7F7-A3C4-4BA9-8152-BD682CE4C2FC}" srcOrd="1" destOrd="0" presId="urn:microsoft.com/office/officeart/2005/8/layout/hierarchy1"/>
    <dgm:cxn modelId="{192FA40C-1CDA-42EC-AED6-A8A843680D0B}" type="presParOf" srcId="{C855D7F7-A3C4-4BA9-8152-BD682CE4C2FC}" destId="{F99E6AD5-B5CB-4542-A1C5-74C4897D2BB3}" srcOrd="0" destOrd="0" presId="urn:microsoft.com/office/officeart/2005/8/layout/hierarchy1"/>
    <dgm:cxn modelId="{BFB766F1-0FFC-4175-8051-FA4FD3204592}" type="presParOf" srcId="{C855D7F7-A3C4-4BA9-8152-BD682CE4C2FC}" destId="{95731277-8342-40F3-AB8B-4E56A727BB2E}" srcOrd="1" destOrd="0" presId="urn:microsoft.com/office/officeart/2005/8/layout/hierarchy1"/>
    <dgm:cxn modelId="{4B84CDC9-CC9D-4013-B3EA-4092BA048A16}" type="presParOf" srcId="{95731277-8342-40F3-AB8B-4E56A727BB2E}" destId="{A58CC739-F3DA-4B86-9DBB-AC217078B3B4}" srcOrd="0" destOrd="0" presId="urn:microsoft.com/office/officeart/2005/8/layout/hierarchy1"/>
    <dgm:cxn modelId="{CEA7EDC9-00AB-4DE6-B58E-E01BCB51EB02}" type="presParOf" srcId="{A58CC739-F3DA-4B86-9DBB-AC217078B3B4}" destId="{2FED1973-69E8-4130-8484-D81BA70F27D3}" srcOrd="0" destOrd="0" presId="urn:microsoft.com/office/officeart/2005/8/layout/hierarchy1"/>
    <dgm:cxn modelId="{FFFF0BC7-8217-45C0-85FC-6AC903277730}" type="presParOf" srcId="{A58CC739-F3DA-4B86-9DBB-AC217078B3B4}" destId="{CA4573AB-DAC7-4C79-AC50-8EACA101E15E}" srcOrd="1" destOrd="0" presId="urn:microsoft.com/office/officeart/2005/8/layout/hierarchy1"/>
    <dgm:cxn modelId="{11C753B2-E440-4EDD-BC54-5421BBF240DA}" type="presParOf" srcId="{95731277-8342-40F3-AB8B-4E56A727BB2E}" destId="{55CDC05B-F2D8-4FFD-8E82-5405C41A0F7F}" srcOrd="1" destOrd="0" presId="urn:microsoft.com/office/officeart/2005/8/layout/hierarchy1"/>
    <dgm:cxn modelId="{12C3CB98-F88F-43CE-B370-1027A2169EE5}" type="presParOf" srcId="{55CDC05B-F2D8-4FFD-8E82-5405C41A0F7F}" destId="{87B75695-5E30-4961-91CB-9C0A02B23435}" srcOrd="0" destOrd="0" presId="urn:microsoft.com/office/officeart/2005/8/layout/hierarchy1"/>
    <dgm:cxn modelId="{6863000C-842D-4D27-8BA1-29C4A7861A59}" type="presParOf" srcId="{55CDC05B-F2D8-4FFD-8E82-5405C41A0F7F}" destId="{08DF8439-EF36-42B5-AAF3-39D2B2676CB7}" srcOrd="1" destOrd="0" presId="urn:microsoft.com/office/officeart/2005/8/layout/hierarchy1"/>
    <dgm:cxn modelId="{F23E4532-5840-483D-9FD2-47D51FB56265}" type="presParOf" srcId="{08DF8439-EF36-42B5-AAF3-39D2B2676CB7}" destId="{897C30ED-C74A-440D-B38A-7AD5AA17BA1D}" srcOrd="0" destOrd="0" presId="urn:microsoft.com/office/officeart/2005/8/layout/hierarchy1"/>
    <dgm:cxn modelId="{FD39D818-E728-476D-BA50-2C2D38FCF8A1}" type="presParOf" srcId="{897C30ED-C74A-440D-B38A-7AD5AA17BA1D}" destId="{89AC9980-133E-4A3A-A2ED-669D3967887C}" srcOrd="0" destOrd="0" presId="urn:microsoft.com/office/officeart/2005/8/layout/hierarchy1"/>
    <dgm:cxn modelId="{ADB99F30-7836-4555-A78B-BB213E86968A}" type="presParOf" srcId="{897C30ED-C74A-440D-B38A-7AD5AA17BA1D}" destId="{3883C139-26C0-47F3-92EB-E1B2337B7670}" srcOrd="1" destOrd="0" presId="urn:microsoft.com/office/officeart/2005/8/layout/hierarchy1"/>
    <dgm:cxn modelId="{2DAADD17-363C-49FB-B182-A4E73530639C}" type="presParOf" srcId="{08DF8439-EF36-42B5-AAF3-39D2B2676CB7}" destId="{063FA95A-9A2F-4087-A0C3-24EEDB45DE85}" srcOrd="1" destOrd="0" presId="urn:microsoft.com/office/officeart/2005/8/layout/hierarchy1"/>
    <dgm:cxn modelId="{C2385EFD-6038-4203-942B-8B41DDF44A0F}" type="presParOf" srcId="{55CDC05B-F2D8-4FFD-8E82-5405C41A0F7F}" destId="{79E66666-8BEA-4774-832A-444F27ABBB59}" srcOrd="2" destOrd="0" presId="urn:microsoft.com/office/officeart/2005/8/layout/hierarchy1"/>
    <dgm:cxn modelId="{FDC9CA46-1BD2-47FD-B44D-7E68C468926E}" type="presParOf" srcId="{55CDC05B-F2D8-4FFD-8E82-5405C41A0F7F}" destId="{02574E25-4727-4DD6-A06C-FBDA607C3110}" srcOrd="3" destOrd="0" presId="urn:microsoft.com/office/officeart/2005/8/layout/hierarchy1"/>
    <dgm:cxn modelId="{38BA780E-124E-4F24-BE04-41CF8048734B}" type="presParOf" srcId="{02574E25-4727-4DD6-A06C-FBDA607C3110}" destId="{48F2A5B8-B831-47F9-A1CA-5B07FC31EF8C}" srcOrd="0" destOrd="0" presId="urn:microsoft.com/office/officeart/2005/8/layout/hierarchy1"/>
    <dgm:cxn modelId="{45F38A5F-8103-4417-8760-EE583DB9E295}" type="presParOf" srcId="{48F2A5B8-B831-47F9-A1CA-5B07FC31EF8C}" destId="{5D35608C-5B45-4190-A91D-64277423E064}" srcOrd="0" destOrd="0" presId="urn:microsoft.com/office/officeart/2005/8/layout/hierarchy1"/>
    <dgm:cxn modelId="{6E2D4C7A-708F-4D3C-A29C-471EE7ECB382}" type="presParOf" srcId="{48F2A5B8-B831-47F9-A1CA-5B07FC31EF8C}" destId="{923F67C8-0547-49E2-A30C-FEE7F369E0DA}" srcOrd="1" destOrd="0" presId="urn:microsoft.com/office/officeart/2005/8/layout/hierarchy1"/>
    <dgm:cxn modelId="{613844DA-FDD3-4D9D-BD27-9C43B860B9A4}" type="presParOf" srcId="{02574E25-4727-4DD6-A06C-FBDA607C3110}" destId="{75B57538-7821-4F68-8943-F16B054ADDC7}" srcOrd="1" destOrd="0" presId="urn:microsoft.com/office/officeart/2005/8/layout/hierarchy1"/>
    <dgm:cxn modelId="{A062F5C5-8466-41C2-BEEA-6880EEBC32F0}" type="presParOf" srcId="{55CDC05B-F2D8-4FFD-8E82-5405C41A0F7F}" destId="{8A45CE92-7B01-470A-8914-5CDB474C417F}" srcOrd="4" destOrd="0" presId="urn:microsoft.com/office/officeart/2005/8/layout/hierarchy1"/>
    <dgm:cxn modelId="{627E8282-6F03-42E9-9C14-EF018AA6CA77}" type="presParOf" srcId="{55CDC05B-F2D8-4FFD-8E82-5405C41A0F7F}" destId="{876B3498-9D12-46EB-8400-6EF1C3EE1196}" srcOrd="5" destOrd="0" presId="urn:microsoft.com/office/officeart/2005/8/layout/hierarchy1"/>
    <dgm:cxn modelId="{3047A93C-ACFD-4DD7-B2CA-9982DB9BB649}" type="presParOf" srcId="{876B3498-9D12-46EB-8400-6EF1C3EE1196}" destId="{24F9BFB6-5AAE-408E-AD35-C9E450AF3335}" srcOrd="0" destOrd="0" presId="urn:microsoft.com/office/officeart/2005/8/layout/hierarchy1"/>
    <dgm:cxn modelId="{8B331E66-FCC9-406C-B29B-0A98A16D1EED}" type="presParOf" srcId="{24F9BFB6-5AAE-408E-AD35-C9E450AF3335}" destId="{59F0AD53-20BD-4EDC-8F14-5F9031749472}" srcOrd="0" destOrd="0" presId="urn:microsoft.com/office/officeart/2005/8/layout/hierarchy1"/>
    <dgm:cxn modelId="{CC74EFCA-2346-4C3F-96EB-2E4641315515}" type="presParOf" srcId="{24F9BFB6-5AAE-408E-AD35-C9E450AF3335}" destId="{BFAE397B-12D7-4F0D-BAC5-F932BD979BA1}" srcOrd="1" destOrd="0" presId="urn:microsoft.com/office/officeart/2005/8/layout/hierarchy1"/>
    <dgm:cxn modelId="{9FD46B96-BBC9-435C-AD06-D19B94D0E85A}" type="presParOf" srcId="{876B3498-9D12-46EB-8400-6EF1C3EE1196}" destId="{C62CB6A9-98B5-4D5D-ADD3-2EEDE4891D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6078188-A45F-49B5-A3F6-5F350536148F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FB3A91-EF2D-40B6-922E-FDAF721EDFD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Inherit parameterized class</a:t>
          </a:r>
          <a:endParaRPr lang="en-US"/>
        </a:p>
      </dgm:t>
    </dgm:pt>
    <dgm:pt modelId="{1B2FC288-9F29-472C-B112-592024BA9A5D}" type="parTrans" cxnId="{EBE42A01-DA15-4A2D-8025-8F91F68A1B38}">
      <dgm:prSet/>
      <dgm:spPr/>
      <dgm:t>
        <a:bodyPr/>
        <a:lstStyle/>
        <a:p>
          <a:endParaRPr lang="en-US"/>
        </a:p>
      </dgm:t>
    </dgm:pt>
    <dgm:pt modelId="{55EB3414-BB86-48D7-A544-5DD1629E0E58}" type="sibTrans" cxnId="{EBE42A01-DA15-4A2D-8025-8F91F68A1B38}">
      <dgm:prSet/>
      <dgm:spPr/>
      <dgm:t>
        <a:bodyPr/>
        <a:lstStyle/>
        <a:p>
          <a:endParaRPr lang="en-US"/>
        </a:p>
      </dgm:t>
    </dgm:pt>
    <dgm:pt modelId="{AC48DB6C-AD59-4C07-8A79-2451E0B35A58}">
      <dgm:prSet phldrT="[Text]" phldr="0"/>
      <dgm:spPr/>
      <dgm:t>
        <a:bodyPr/>
        <a:lstStyle/>
        <a:p>
          <a:pPr rtl="0"/>
          <a:r>
            <a:rPr lang="en-US" dirty="0">
              <a:latin typeface="Neue Haas Grotesk Text Pro"/>
            </a:rPr>
            <a:t>Override</a:t>
          </a:r>
          <a:r>
            <a:rPr lang="en-US">
              <a:latin typeface="Neue Haas Grotesk Text Pro"/>
            </a:rPr>
            <a:t> parameters</a:t>
          </a:r>
          <a:endParaRPr lang="en-US"/>
        </a:p>
      </dgm:t>
    </dgm:pt>
    <dgm:pt modelId="{69D3C2D4-3ED0-4903-80CE-AF13F7FDE679}" type="parTrans" cxnId="{C52130EB-872C-4A14-9569-AFEAC5974C55}">
      <dgm:prSet/>
      <dgm:spPr/>
      <dgm:t>
        <a:bodyPr/>
        <a:lstStyle/>
        <a:p>
          <a:endParaRPr lang="en-US"/>
        </a:p>
      </dgm:t>
    </dgm:pt>
    <dgm:pt modelId="{D4ADB40E-67FC-447E-9916-8848FCD3AB66}" type="sibTrans" cxnId="{C52130EB-872C-4A14-9569-AFEAC5974C55}">
      <dgm:prSet/>
      <dgm:spPr/>
      <dgm:t>
        <a:bodyPr/>
        <a:lstStyle/>
        <a:p>
          <a:endParaRPr lang="en-US"/>
        </a:p>
      </dgm:t>
    </dgm:pt>
    <dgm:pt modelId="{14613DA6-87D0-4B9F-9685-A3DCB2664B01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set the clock config variables</a:t>
          </a:r>
          <a:endParaRPr lang="en-US"/>
        </a:p>
      </dgm:t>
    </dgm:pt>
    <dgm:pt modelId="{E75A4232-C3ED-4A04-AEDD-B58041CB136D}" type="parTrans" cxnId="{B6A2F60F-F8A6-4904-9891-4B9EC515635F}">
      <dgm:prSet/>
      <dgm:spPr/>
      <dgm:t>
        <a:bodyPr/>
        <a:lstStyle/>
        <a:p>
          <a:endParaRPr lang="en-US"/>
        </a:p>
      </dgm:t>
    </dgm:pt>
    <dgm:pt modelId="{973C5CCE-3ED4-4CEC-91D0-859C1855D952}" type="sibTrans" cxnId="{B6A2F60F-F8A6-4904-9891-4B9EC515635F}">
      <dgm:prSet/>
      <dgm:spPr/>
      <dgm:t>
        <a:bodyPr/>
        <a:lstStyle/>
        <a:p>
          <a:endParaRPr lang="en-US"/>
        </a:p>
      </dgm:t>
    </dgm:pt>
    <dgm:pt modelId="{45325437-62B7-4BE9-9DF9-3E987941D35B}">
      <dgm:prSet phldrT="[Text]" phldr="0"/>
      <dgm:spPr/>
      <dgm:t>
        <a:bodyPr/>
        <a:lstStyle/>
        <a:p>
          <a:pPr rtl="0"/>
          <a:r>
            <a:rPr lang="en-US" dirty="0">
              <a:latin typeface="Neue Haas Grotesk Text Pro"/>
            </a:rPr>
            <a:t>Put the clock config in config_db</a:t>
          </a:r>
          <a:endParaRPr lang="en-US" dirty="0"/>
        </a:p>
      </dgm:t>
    </dgm:pt>
    <dgm:pt modelId="{3461A561-084B-4DC5-83F7-0A0AE5C5A550}" type="parTrans" cxnId="{C2FF8641-2C76-41FE-9686-0C936781E327}">
      <dgm:prSet/>
      <dgm:spPr/>
      <dgm:t>
        <a:bodyPr/>
        <a:lstStyle/>
        <a:p>
          <a:endParaRPr lang="en-US"/>
        </a:p>
      </dgm:t>
    </dgm:pt>
    <dgm:pt modelId="{14449CCC-122A-46F6-A862-1CB81FC6305D}" type="sibTrans" cxnId="{C2FF8641-2C76-41FE-9686-0C936781E327}">
      <dgm:prSet/>
      <dgm:spPr/>
      <dgm:t>
        <a:bodyPr/>
        <a:lstStyle/>
        <a:p>
          <a:endParaRPr lang="en-US"/>
        </a:p>
      </dgm:t>
    </dgm:pt>
    <dgm:pt modelId="{3EBBE7DC-68C9-4CC6-B881-9544B3EB890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The tb get the clock config</a:t>
          </a:r>
          <a:endParaRPr lang="en-US"/>
        </a:p>
      </dgm:t>
    </dgm:pt>
    <dgm:pt modelId="{B6F445FB-3D97-45C0-ADE3-2012AD5AD87A}" type="parTrans" cxnId="{814B9996-D2AA-4483-AEC5-A22FCCC72568}">
      <dgm:prSet/>
      <dgm:spPr/>
      <dgm:t>
        <a:bodyPr/>
        <a:lstStyle/>
        <a:p>
          <a:endParaRPr lang="en-US"/>
        </a:p>
      </dgm:t>
    </dgm:pt>
    <dgm:pt modelId="{A6ACDF36-A149-4970-B73F-21E67A9EA7A7}" type="sibTrans" cxnId="{814B9996-D2AA-4483-AEC5-A22FCCC72568}">
      <dgm:prSet/>
      <dgm:spPr/>
      <dgm:t>
        <a:bodyPr/>
        <a:lstStyle/>
        <a:p>
          <a:endParaRPr lang="en-US"/>
        </a:p>
      </dgm:t>
    </dgm:pt>
    <dgm:pt modelId="{9F4B7484-D287-412A-AFE3-567BD68B7AF2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Generate the clocks and run main test</a:t>
          </a:r>
          <a:endParaRPr lang="en-US"/>
        </a:p>
      </dgm:t>
    </dgm:pt>
    <dgm:pt modelId="{BC6412AA-218A-4BEC-9F5E-4A822421293A}" type="parTrans" cxnId="{C1D27916-5DE2-4A23-B756-9EC922FAE73E}">
      <dgm:prSet/>
      <dgm:spPr/>
      <dgm:t>
        <a:bodyPr/>
        <a:lstStyle/>
        <a:p>
          <a:endParaRPr lang="en-US"/>
        </a:p>
      </dgm:t>
    </dgm:pt>
    <dgm:pt modelId="{763A67B1-EF88-4BF3-8709-723789E6904E}" type="sibTrans" cxnId="{C1D27916-5DE2-4A23-B756-9EC922FAE73E}">
      <dgm:prSet/>
      <dgm:spPr/>
      <dgm:t>
        <a:bodyPr/>
        <a:lstStyle/>
        <a:p>
          <a:endParaRPr lang="en-US"/>
        </a:p>
      </dgm:t>
    </dgm:pt>
    <dgm:pt modelId="{A7CD14E3-DED8-45B3-B587-33C6EF2A6380}" type="pres">
      <dgm:prSet presAssocID="{E6078188-A45F-49B5-A3F6-5F350536148F}" presName="diagram" presStyleCnt="0">
        <dgm:presLayoutVars>
          <dgm:dir/>
          <dgm:resizeHandles val="exact"/>
        </dgm:presLayoutVars>
      </dgm:prSet>
      <dgm:spPr/>
    </dgm:pt>
    <dgm:pt modelId="{DF20CA4E-E890-4E9A-976F-BD15C6E3EFD0}" type="pres">
      <dgm:prSet presAssocID="{5AFB3A91-EF2D-40B6-922E-FDAF721EDFDF}" presName="node" presStyleLbl="node1" presStyleIdx="0" presStyleCnt="6">
        <dgm:presLayoutVars>
          <dgm:bulletEnabled val="1"/>
        </dgm:presLayoutVars>
      </dgm:prSet>
      <dgm:spPr/>
    </dgm:pt>
    <dgm:pt modelId="{B9A8A3B3-DAA2-43CE-862F-0D226F86B8A0}" type="pres">
      <dgm:prSet presAssocID="{55EB3414-BB86-48D7-A544-5DD1629E0E58}" presName="sibTrans" presStyleLbl="sibTrans2D1" presStyleIdx="0" presStyleCnt="5"/>
      <dgm:spPr/>
    </dgm:pt>
    <dgm:pt modelId="{640BA01D-FB24-4B24-82F1-C69A704CEF5F}" type="pres">
      <dgm:prSet presAssocID="{55EB3414-BB86-48D7-A544-5DD1629E0E58}" presName="connectorText" presStyleLbl="sibTrans2D1" presStyleIdx="0" presStyleCnt="5"/>
      <dgm:spPr/>
    </dgm:pt>
    <dgm:pt modelId="{F04AA611-795E-4E01-94B6-89839B677DD1}" type="pres">
      <dgm:prSet presAssocID="{AC48DB6C-AD59-4C07-8A79-2451E0B35A58}" presName="node" presStyleLbl="node1" presStyleIdx="1" presStyleCnt="6">
        <dgm:presLayoutVars>
          <dgm:bulletEnabled val="1"/>
        </dgm:presLayoutVars>
      </dgm:prSet>
      <dgm:spPr/>
    </dgm:pt>
    <dgm:pt modelId="{D95FEA20-21D1-4B9C-A64E-BCD7EFC5307F}" type="pres">
      <dgm:prSet presAssocID="{D4ADB40E-67FC-447E-9916-8848FCD3AB66}" presName="sibTrans" presStyleLbl="sibTrans2D1" presStyleIdx="1" presStyleCnt="5"/>
      <dgm:spPr/>
    </dgm:pt>
    <dgm:pt modelId="{A395F10E-8F6C-4F0C-8873-17207AF4B2BE}" type="pres">
      <dgm:prSet presAssocID="{D4ADB40E-67FC-447E-9916-8848FCD3AB66}" presName="connectorText" presStyleLbl="sibTrans2D1" presStyleIdx="1" presStyleCnt="5"/>
      <dgm:spPr/>
    </dgm:pt>
    <dgm:pt modelId="{84E1365E-8E74-4020-A0BB-566C0952783A}" type="pres">
      <dgm:prSet presAssocID="{14613DA6-87D0-4B9F-9685-A3DCB2664B01}" presName="node" presStyleLbl="node1" presStyleIdx="2" presStyleCnt="6">
        <dgm:presLayoutVars>
          <dgm:bulletEnabled val="1"/>
        </dgm:presLayoutVars>
      </dgm:prSet>
      <dgm:spPr/>
    </dgm:pt>
    <dgm:pt modelId="{53D0166B-684F-4BEB-A46B-0C7B20E2142F}" type="pres">
      <dgm:prSet presAssocID="{973C5CCE-3ED4-4CEC-91D0-859C1855D952}" presName="sibTrans" presStyleLbl="sibTrans2D1" presStyleIdx="2" presStyleCnt="5"/>
      <dgm:spPr/>
    </dgm:pt>
    <dgm:pt modelId="{49A628A4-60B1-4B2D-AD59-5881D1D7AD38}" type="pres">
      <dgm:prSet presAssocID="{973C5CCE-3ED4-4CEC-91D0-859C1855D952}" presName="connectorText" presStyleLbl="sibTrans2D1" presStyleIdx="2" presStyleCnt="5"/>
      <dgm:spPr/>
    </dgm:pt>
    <dgm:pt modelId="{26D95B35-F78B-4652-BD01-E7D643896A2B}" type="pres">
      <dgm:prSet presAssocID="{45325437-62B7-4BE9-9DF9-3E987941D35B}" presName="node" presStyleLbl="node1" presStyleIdx="3" presStyleCnt="6">
        <dgm:presLayoutVars>
          <dgm:bulletEnabled val="1"/>
        </dgm:presLayoutVars>
      </dgm:prSet>
      <dgm:spPr/>
    </dgm:pt>
    <dgm:pt modelId="{FBCCE48A-C1AB-493D-800D-0284CFDC90C4}" type="pres">
      <dgm:prSet presAssocID="{14449CCC-122A-46F6-A862-1CB81FC6305D}" presName="sibTrans" presStyleLbl="sibTrans2D1" presStyleIdx="3" presStyleCnt="5"/>
      <dgm:spPr/>
    </dgm:pt>
    <dgm:pt modelId="{66556BBA-B875-40E3-8B1D-C32E5DA8AB5D}" type="pres">
      <dgm:prSet presAssocID="{14449CCC-122A-46F6-A862-1CB81FC6305D}" presName="connectorText" presStyleLbl="sibTrans2D1" presStyleIdx="3" presStyleCnt="5"/>
      <dgm:spPr/>
    </dgm:pt>
    <dgm:pt modelId="{7F2D8E1F-8C62-4A07-BE98-04CB1B7DCA31}" type="pres">
      <dgm:prSet presAssocID="{3EBBE7DC-68C9-4CC6-B881-9544B3EB890F}" presName="node" presStyleLbl="node1" presStyleIdx="4" presStyleCnt="6">
        <dgm:presLayoutVars>
          <dgm:bulletEnabled val="1"/>
        </dgm:presLayoutVars>
      </dgm:prSet>
      <dgm:spPr/>
    </dgm:pt>
    <dgm:pt modelId="{0C93764F-7067-4A3B-9CC4-E7F5D81FD174}" type="pres">
      <dgm:prSet presAssocID="{A6ACDF36-A149-4970-B73F-21E67A9EA7A7}" presName="sibTrans" presStyleLbl="sibTrans2D1" presStyleIdx="4" presStyleCnt="5"/>
      <dgm:spPr/>
    </dgm:pt>
    <dgm:pt modelId="{D84512A9-E675-49D4-9FCB-5E2D22D4BEB7}" type="pres">
      <dgm:prSet presAssocID="{A6ACDF36-A149-4970-B73F-21E67A9EA7A7}" presName="connectorText" presStyleLbl="sibTrans2D1" presStyleIdx="4" presStyleCnt="5"/>
      <dgm:spPr/>
    </dgm:pt>
    <dgm:pt modelId="{2E2B0FDF-7A9A-4447-84F6-26A8675925C6}" type="pres">
      <dgm:prSet presAssocID="{9F4B7484-D287-412A-AFE3-567BD68B7AF2}" presName="node" presStyleLbl="node1" presStyleIdx="5" presStyleCnt="6">
        <dgm:presLayoutVars>
          <dgm:bulletEnabled val="1"/>
        </dgm:presLayoutVars>
      </dgm:prSet>
      <dgm:spPr/>
    </dgm:pt>
  </dgm:ptLst>
  <dgm:cxnLst>
    <dgm:cxn modelId="{EBE42A01-DA15-4A2D-8025-8F91F68A1B38}" srcId="{E6078188-A45F-49B5-A3F6-5F350536148F}" destId="{5AFB3A91-EF2D-40B6-922E-FDAF721EDFDF}" srcOrd="0" destOrd="0" parTransId="{1B2FC288-9F29-472C-B112-592024BA9A5D}" sibTransId="{55EB3414-BB86-48D7-A544-5DD1629E0E58}"/>
    <dgm:cxn modelId="{B6A2F60F-F8A6-4904-9891-4B9EC515635F}" srcId="{E6078188-A45F-49B5-A3F6-5F350536148F}" destId="{14613DA6-87D0-4B9F-9685-A3DCB2664B01}" srcOrd="2" destOrd="0" parTransId="{E75A4232-C3ED-4A04-AEDD-B58041CB136D}" sibTransId="{973C5CCE-3ED4-4CEC-91D0-859C1855D952}"/>
    <dgm:cxn modelId="{C1D27916-5DE2-4A23-B756-9EC922FAE73E}" srcId="{E6078188-A45F-49B5-A3F6-5F350536148F}" destId="{9F4B7484-D287-412A-AFE3-567BD68B7AF2}" srcOrd="5" destOrd="0" parTransId="{BC6412AA-218A-4BEC-9F5E-4A822421293A}" sibTransId="{763A67B1-EF88-4BF3-8709-723789E6904E}"/>
    <dgm:cxn modelId="{670F6F18-A0DF-4B67-9669-62EAAD1F3AD0}" type="presOf" srcId="{45325437-62B7-4BE9-9DF9-3E987941D35B}" destId="{26D95B35-F78B-4652-BD01-E7D643896A2B}" srcOrd="0" destOrd="0" presId="urn:microsoft.com/office/officeart/2005/8/layout/process5"/>
    <dgm:cxn modelId="{F682A824-BA85-492F-A0FF-42FCAF16F4C5}" type="presOf" srcId="{D4ADB40E-67FC-447E-9916-8848FCD3AB66}" destId="{A395F10E-8F6C-4F0C-8873-17207AF4B2BE}" srcOrd="1" destOrd="0" presId="urn:microsoft.com/office/officeart/2005/8/layout/process5"/>
    <dgm:cxn modelId="{1E3DEB2B-CE33-4291-852C-5DC5C1E1CF60}" type="presOf" srcId="{5AFB3A91-EF2D-40B6-922E-FDAF721EDFDF}" destId="{DF20CA4E-E890-4E9A-976F-BD15C6E3EFD0}" srcOrd="0" destOrd="0" presId="urn:microsoft.com/office/officeart/2005/8/layout/process5"/>
    <dgm:cxn modelId="{33BC562C-0E96-4A13-B58B-F68039B00D0A}" type="presOf" srcId="{3EBBE7DC-68C9-4CC6-B881-9544B3EB890F}" destId="{7F2D8E1F-8C62-4A07-BE98-04CB1B7DCA31}" srcOrd="0" destOrd="0" presId="urn:microsoft.com/office/officeart/2005/8/layout/process5"/>
    <dgm:cxn modelId="{49C0B92D-C958-40AE-AAFE-9ECD2942B587}" type="presOf" srcId="{14449CCC-122A-46F6-A862-1CB81FC6305D}" destId="{FBCCE48A-C1AB-493D-800D-0284CFDC90C4}" srcOrd="0" destOrd="0" presId="urn:microsoft.com/office/officeart/2005/8/layout/process5"/>
    <dgm:cxn modelId="{1AD6123E-5F9D-45A3-9E6A-8032D59A30E8}" type="presOf" srcId="{D4ADB40E-67FC-447E-9916-8848FCD3AB66}" destId="{D95FEA20-21D1-4B9C-A64E-BCD7EFC5307F}" srcOrd="0" destOrd="0" presId="urn:microsoft.com/office/officeart/2005/8/layout/process5"/>
    <dgm:cxn modelId="{C2FF8641-2C76-41FE-9686-0C936781E327}" srcId="{E6078188-A45F-49B5-A3F6-5F350536148F}" destId="{45325437-62B7-4BE9-9DF9-3E987941D35B}" srcOrd="3" destOrd="0" parTransId="{3461A561-084B-4DC5-83F7-0A0AE5C5A550}" sibTransId="{14449CCC-122A-46F6-A862-1CB81FC6305D}"/>
    <dgm:cxn modelId="{7A716F64-C025-4099-A65D-2EEB0F257AB7}" type="presOf" srcId="{A6ACDF36-A149-4970-B73F-21E67A9EA7A7}" destId="{D84512A9-E675-49D4-9FCB-5E2D22D4BEB7}" srcOrd="1" destOrd="0" presId="urn:microsoft.com/office/officeart/2005/8/layout/process5"/>
    <dgm:cxn modelId="{E2D5D266-1FEF-4A64-A47A-D253A5CE2E76}" type="presOf" srcId="{973C5CCE-3ED4-4CEC-91D0-859C1855D952}" destId="{49A628A4-60B1-4B2D-AD59-5881D1D7AD38}" srcOrd="1" destOrd="0" presId="urn:microsoft.com/office/officeart/2005/8/layout/process5"/>
    <dgm:cxn modelId="{13C1716F-2100-41D6-8CDA-BD1EB280B8BE}" type="presOf" srcId="{A6ACDF36-A149-4970-B73F-21E67A9EA7A7}" destId="{0C93764F-7067-4A3B-9CC4-E7F5D81FD174}" srcOrd="0" destOrd="0" presId="urn:microsoft.com/office/officeart/2005/8/layout/process5"/>
    <dgm:cxn modelId="{67AC0B79-9F71-4974-80AB-D70788CA1F7B}" type="presOf" srcId="{14449CCC-122A-46F6-A862-1CB81FC6305D}" destId="{66556BBA-B875-40E3-8B1D-C32E5DA8AB5D}" srcOrd="1" destOrd="0" presId="urn:microsoft.com/office/officeart/2005/8/layout/process5"/>
    <dgm:cxn modelId="{952BF093-4103-49A9-A105-96B87F0D5D64}" type="presOf" srcId="{973C5CCE-3ED4-4CEC-91D0-859C1855D952}" destId="{53D0166B-684F-4BEB-A46B-0C7B20E2142F}" srcOrd="0" destOrd="0" presId="urn:microsoft.com/office/officeart/2005/8/layout/process5"/>
    <dgm:cxn modelId="{CD3D2595-9E47-45E7-A1A6-12902991732D}" type="presOf" srcId="{9F4B7484-D287-412A-AFE3-567BD68B7AF2}" destId="{2E2B0FDF-7A9A-4447-84F6-26A8675925C6}" srcOrd="0" destOrd="0" presId="urn:microsoft.com/office/officeart/2005/8/layout/process5"/>
    <dgm:cxn modelId="{814B9996-D2AA-4483-AEC5-A22FCCC72568}" srcId="{E6078188-A45F-49B5-A3F6-5F350536148F}" destId="{3EBBE7DC-68C9-4CC6-B881-9544B3EB890F}" srcOrd="4" destOrd="0" parTransId="{B6F445FB-3D97-45C0-ADE3-2012AD5AD87A}" sibTransId="{A6ACDF36-A149-4970-B73F-21E67A9EA7A7}"/>
    <dgm:cxn modelId="{66E9AF9E-20E7-4974-97AC-7FBE5CC3FBA2}" type="presOf" srcId="{14613DA6-87D0-4B9F-9685-A3DCB2664B01}" destId="{84E1365E-8E74-4020-A0BB-566C0952783A}" srcOrd="0" destOrd="0" presId="urn:microsoft.com/office/officeart/2005/8/layout/process5"/>
    <dgm:cxn modelId="{B33F97B3-61CD-4DBB-91C6-E772AB7F2C86}" type="presOf" srcId="{55EB3414-BB86-48D7-A544-5DD1629E0E58}" destId="{B9A8A3B3-DAA2-43CE-862F-0D226F86B8A0}" srcOrd="0" destOrd="0" presId="urn:microsoft.com/office/officeart/2005/8/layout/process5"/>
    <dgm:cxn modelId="{987AD0BA-99CB-4B03-A46C-4C5744002E48}" type="presOf" srcId="{E6078188-A45F-49B5-A3F6-5F350536148F}" destId="{A7CD14E3-DED8-45B3-B587-33C6EF2A6380}" srcOrd="0" destOrd="0" presId="urn:microsoft.com/office/officeart/2005/8/layout/process5"/>
    <dgm:cxn modelId="{B626B1D3-E4CF-4787-98A0-EE8699BA5F0B}" type="presOf" srcId="{AC48DB6C-AD59-4C07-8A79-2451E0B35A58}" destId="{F04AA611-795E-4E01-94B6-89839B677DD1}" srcOrd="0" destOrd="0" presId="urn:microsoft.com/office/officeart/2005/8/layout/process5"/>
    <dgm:cxn modelId="{6E0B85DD-1987-4EE3-91EE-40A13D974DB1}" type="presOf" srcId="{55EB3414-BB86-48D7-A544-5DD1629E0E58}" destId="{640BA01D-FB24-4B24-82F1-C69A704CEF5F}" srcOrd="1" destOrd="0" presId="urn:microsoft.com/office/officeart/2005/8/layout/process5"/>
    <dgm:cxn modelId="{C52130EB-872C-4A14-9569-AFEAC5974C55}" srcId="{E6078188-A45F-49B5-A3F6-5F350536148F}" destId="{AC48DB6C-AD59-4C07-8A79-2451E0B35A58}" srcOrd="1" destOrd="0" parTransId="{69D3C2D4-3ED0-4903-80CE-AF13F7FDE679}" sibTransId="{D4ADB40E-67FC-447E-9916-8848FCD3AB66}"/>
    <dgm:cxn modelId="{8B072C40-01D4-4D54-8072-56E587171CAE}" type="presParOf" srcId="{A7CD14E3-DED8-45B3-B587-33C6EF2A6380}" destId="{DF20CA4E-E890-4E9A-976F-BD15C6E3EFD0}" srcOrd="0" destOrd="0" presId="urn:microsoft.com/office/officeart/2005/8/layout/process5"/>
    <dgm:cxn modelId="{A43616A1-12C6-4D22-8195-DB5C27E97860}" type="presParOf" srcId="{A7CD14E3-DED8-45B3-B587-33C6EF2A6380}" destId="{B9A8A3B3-DAA2-43CE-862F-0D226F86B8A0}" srcOrd="1" destOrd="0" presId="urn:microsoft.com/office/officeart/2005/8/layout/process5"/>
    <dgm:cxn modelId="{974A4B16-9DFD-4C3B-AD7F-FB7C132DEF7D}" type="presParOf" srcId="{B9A8A3B3-DAA2-43CE-862F-0D226F86B8A0}" destId="{640BA01D-FB24-4B24-82F1-C69A704CEF5F}" srcOrd="0" destOrd="0" presId="urn:microsoft.com/office/officeart/2005/8/layout/process5"/>
    <dgm:cxn modelId="{2EDBD788-DC5B-4D3F-A7BB-5E55B5DE7862}" type="presParOf" srcId="{A7CD14E3-DED8-45B3-B587-33C6EF2A6380}" destId="{F04AA611-795E-4E01-94B6-89839B677DD1}" srcOrd="2" destOrd="0" presId="urn:microsoft.com/office/officeart/2005/8/layout/process5"/>
    <dgm:cxn modelId="{0B746E20-E8D1-432E-8C77-6FEC754B9F87}" type="presParOf" srcId="{A7CD14E3-DED8-45B3-B587-33C6EF2A6380}" destId="{D95FEA20-21D1-4B9C-A64E-BCD7EFC5307F}" srcOrd="3" destOrd="0" presId="urn:microsoft.com/office/officeart/2005/8/layout/process5"/>
    <dgm:cxn modelId="{08F8B033-59DF-4064-904A-F5F61E7B4EA6}" type="presParOf" srcId="{D95FEA20-21D1-4B9C-A64E-BCD7EFC5307F}" destId="{A395F10E-8F6C-4F0C-8873-17207AF4B2BE}" srcOrd="0" destOrd="0" presId="urn:microsoft.com/office/officeart/2005/8/layout/process5"/>
    <dgm:cxn modelId="{9CFF1753-9212-4FAD-9189-E9FE24780E9F}" type="presParOf" srcId="{A7CD14E3-DED8-45B3-B587-33C6EF2A6380}" destId="{84E1365E-8E74-4020-A0BB-566C0952783A}" srcOrd="4" destOrd="0" presId="urn:microsoft.com/office/officeart/2005/8/layout/process5"/>
    <dgm:cxn modelId="{389E3BD5-9B63-40E3-9261-ABB5C49EF65A}" type="presParOf" srcId="{A7CD14E3-DED8-45B3-B587-33C6EF2A6380}" destId="{53D0166B-684F-4BEB-A46B-0C7B20E2142F}" srcOrd="5" destOrd="0" presId="urn:microsoft.com/office/officeart/2005/8/layout/process5"/>
    <dgm:cxn modelId="{FBA14FB9-B708-4CD1-B1F4-EAC6FCF29FFD}" type="presParOf" srcId="{53D0166B-684F-4BEB-A46B-0C7B20E2142F}" destId="{49A628A4-60B1-4B2D-AD59-5881D1D7AD38}" srcOrd="0" destOrd="0" presId="urn:microsoft.com/office/officeart/2005/8/layout/process5"/>
    <dgm:cxn modelId="{49F33FE2-6D94-4A92-80A0-D634B8A8335B}" type="presParOf" srcId="{A7CD14E3-DED8-45B3-B587-33C6EF2A6380}" destId="{26D95B35-F78B-4652-BD01-E7D643896A2B}" srcOrd="6" destOrd="0" presId="urn:microsoft.com/office/officeart/2005/8/layout/process5"/>
    <dgm:cxn modelId="{EB5E964C-C56C-4290-982A-7F7843E09A01}" type="presParOf" srcId="{A7CD14E3-DED8-45B3-B587-33C6EF2A6380}" destId="{FBCCE48A-C1AB-493D-800D-0284CFDC90C4}" srcOrd="7" destOrd="0" presId="urn:microsoft.com/office/officeart/2005/8/layout/process5"/>
    <dgm:cxn modelId="{7E395DD0-7CBB-4947-9274-2A44CCA199E0}" type="presParOf" srcId="{FBCCE48A-C1AB-493D-800D-0284CFDC90C4}" destId="{66556BBA-B875-40E3-8B1D-C32E5DA8AB5D}" srcOrd="0" destOrd="0" presId="urn:microsoft.com/office/officeart/2005/8/layout/process5"/>
    <dgm:cxn modelId="{82D9E04E-0070-4C81-AECE-3AF89F11679D}" type="presParOf" srcId="{A7CD14E3-DED8-45B3-B587-33C6EF2A6380}" destId="{7F2D8E1F-8C62-4A07-BE98-04CB1B7DCA31}" srcOrd="8" destOrd="0" presId="urn:microsoft.com/office/officeart/2005/8/layout/process5"/>
    <dgm:cxn modelId="{22D2C3F1-CEF2-45EE-8F12-E7204E7DA33E}" type="presParOf" srcId="{A7CD14E3-DED8-45B3-B587-33C6EF2A6380}" destId="{0C93764F-7067-4A3B-9CC4-E7F5D81FD174}" srcOrd="9" destOrd="0" presId="urn:microsoft.com/office/officeart/2005/8/layout/process5"/>
    <dgm:cxn modelId="{8AFF9E0D-4FB7-4D76-A6D2-EF963712B6DC}" type="presParOf" srcId="{0C93764F-7067-4A3B-9CC4-E7F5D81FD174}" destId="{D84512A9-E675-49D4-9FCB-5E2D22D4BEB7}" srcOrd="0" destOrd="0" presId="urn:microsoft.com/office/officeart/2005/8/layout/process5"/>
    <dgm:cxn modelId="{387CA700-1B79-4B4C-BFA8-A0AC93FE31C7}" type="presParOf" srcId="{A7CD14E3-DED8-45B3-B587-33C6EF2A6380}" destId="{2E2B0FDF-7A9A-4447-84F6-26A8675925C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6078188-A45F-49B5-A3F6-5F350536148F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FB3A91-EF2D-40B6-922E-FDAF721EDFD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Inherit parameterized class</a:t>
          </a:r>
          <a:endParaRPr lang="en-US"/>
        </a:p>
      </dgm:t>
    </dgm:pt>
    <dgm:pt modelId="{1B2FC288-9F29-472C-B112-592024BA9A5D}" type="parTrans" cxnId="{EBE42A01-DA15-4A2D-8025-8F91F68A1B38}">
      <dgm:prSet/>
      <dgm:spPr/>
      <dgm:t>
        <a:bodyPr/>
        <a:lstStyle/>
        <a:p>
          <a:endParaRPr lang="en-US"/>
        </a:p>
      </dgm:t>
    </dgm:pt>
    <dgm:pt modelId="{55EB3414-BB86-48D7-A544-5DD1629E0E58}" type="sibTrans" cxnId="{EBE42A01-DA15-4A2D-8025-8F91F68A1B38}">
      <dgm:prSet/>
      <dgm:spPr/>
      <dgm:t>
        <a:bodyPr/>
        <a:lstStyle/>
        <a:p>
          <a:endParaRPr lang="en-US"/>
        </a:p>
      </dgm:t>
    </dgm:pt>
    <dgm:pt modelId="{AC48DB6C-AD59-4C07-8A79-2451E0B35A58}">
      <dgm:prSet phldrT="[Text]" phldr="0"/>
      <dgm:spPr/>
      <dgm:t>
        <a:bodyPr/>
        <a:lstStyle/>
        <a:p>
          <a:pPr rtl="0"/>
          <a:r>
            <a:rPr lang="en-US" dirty="0">
              <a:latin typeface="Neue Haas Grotesk Text Pro"/>
            </a:rPr>
            <a:t>Override</a:t>
          </a:r>
          <a:r>
            <a:rPr lang="en-US">
              <a:latin typeface="Neue Haas Grotesk Text Pro"/>
            </a:rPr>
            <a:t> parameters</a:t>
          </a:r>
          <a:endParaRPr lang="en-US"/>
        </a:p>
      </dgm:t>
    </dgm:pt>
    <dgm:pt modelId="{69D3C2D4-3ED0-4903-80CE-AF13F7FDE679}" type="parTrans" cxnId="{C52130EB-872C-4A14-9569-AFEAC5974C55}">
      <dgm:prSet/>
      <dgm:spPr/>
      <dgm:t>
        <a:bodyPr/>
        <a:lstStyle/>
        <a:p>
          <a:endParaRPr lang="en-US"/>
        </a:p>
      </dgm:t>
    </dgm:pt>
    <dgm:pt modelId="{D4ADB40E-67FC-447E-9916-8848FCD3AB66}" type="sibTrans" cxnId="{C52130EB-872C-4A14-9569-AFEAC5974C55}">
      <dgm:prSet/>
      <dgm:spPr/>
      <dgm:t>
        <a:bodyPr/>
        <a:lstStyle/>
        <a:p>
          <a:endParaRPr lang="en-US"/>
        </a:p>
      </dgm:t>
    </dgm:pt>
    <dgm:pt modelId="{14613DA6-87D0-4B9F-9685-A3DCB2664B01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set the clock config variables</a:t>
          </a:r>
          <a:endParaRPr lang="en-US"/>
        </a:p>
      </dgm:t>
    </dgm:pt>
    <dgm:pt modelId="{E75A4232-C3ED-4A04-AEDD-B58041CB136D}" type="parTrans" cxnId="{B6A2F60F-F8A6-4904-9891-4B9EC515635F}">
      <dgm:prSet/>
      <dgm:spPr/>
      <dgm:t>
        <a:bodyPr/>
        <a:lstStyle/>
        <a:p>
          <a:endParaRPr lang="en-US"/>
        </a:p>
      </dgm:t>
    </dgm:pt>
    <dgm:pt modelId="{973C5CCE-3ED4-4CEC-91D0-859C1855D952}" type="sibTrans" cxnId="{B6A2F60F-F8A6-4904-9891-4B9EC515635F}">
      <dgm:prSet/>
      <dgm:spPr/>
      <dgm:t>
        <a:bodyPr/>
        <a:lstStyle/>
        <a:p>
          <a:endParaRPr lang="en-US"/>
        </a:p>
      </dgm:t>
    </dgm:pt>
    <dgm:pt modelId="{45325437-62B7-4BE9-9DF9-3E987941D35B}">
      <dgm:prSet phldrT="[Text]" phldr="0"/>
      <dgm:spPr/>
      <dgm:t>
        <a:bodyPr/>
        <a:lstStyle/>
        <a:p>
          <a:pPr rtl="0"/>
          <a:r>
            <a:rPr lang="en-US" dirty="0">
              <a:latin typeface="Neue Haas Grotesk Text Pro"/>
            </a:rPr>
            <a:t>Put the clock config in config_db</a:t>
          </a:r>
          <a:endParaRPr lang="en-US" dirty="0"/>
        </a:p>
      </dgm:t>
    </dgm:pt>
    <dgm:pt modelId="{3461A561-084B-4DC5-83F7-0A0AE5C5A550}" type="parTrans" cxnId="{C2FF8641-2C76-41FE-9686-0C936781E327}">
      <dgm:prSet/>
      <dgm:spPr/>
      <dgm:t>
        <a:bodyPr/>
        <a:lstStyle/>
        <a:p>
          <a:endParaRPr lang="en-US"/>
        </a:p>
      </dgm:t>
    </dgm:pt>
    <dgm:pt modelId="{14449CCC-122A-46F6-A862-1CB81FC6305D}" type="sibTrans" cxnId="{C2FF8641-2C76-41FE-9686-0C936781E327}">
      <dgm:prSet/>
      <dgm:spPr/>
      <dgm:t>
        <a:bodyPr/>
        <a:lstStyle/>
        <a:p>
          <a:endParaRPr lang="en-US"/>
        </a:p>
      </dgm:t>
    </dgm:pt>
    <dgm:pt modelId="{3EBBE7DC-68C9-4CC6-B881-9544B3EB890F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The tb get the clock config</a:t>
          </a:r>
          <a:endParaRPr lang="en-US"/>
        </a:p>
      </dgm:t>
    </dgm:pt>
    <dgm:pt modelId="{B6F445FB-3D97-45C0-ADE3-2012AD5AD87A}" type="parTrans" cxnId="{814B9996-D2AA-4483-AEC5-A22FCCC72568}">
      <dgm:prSet/>
      <dgm:spPr/>
      <dgm:t>
        <a:bodyPr/>
        <a:lstStyle/>
        <a:p>
          <a:endParaRPr lang="en-US"/>
        </a:p>
      </dgm:t>
    </dgm:pt>
    <dgm:pt modelId="{A6ACDF36-A149-4970-B73F-21E67A9EA7A7}" type="sibTrans" cxnId="{814B9996-D2AA-4483-AEC5-A22FCCC72568}">
      <dgm:prSet/>
      <dgm:spPr/>
      <dgm:t>
        <a:bodyPr/>
        <a:lstStyle/>
        <a:p>
          <a:endParaRPr lang="en-US"/>
        </a:p>
      </dgm:t>
    </dgm:pt>
    <dgm:pt modelId="{9F4B7484-D287-412A-AFE3-567BD68B7AF2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Generate the clocks and run main test</a:t>
          </a:r>
          <a:endParaRPr lang="en-US"/>
        </a:p>
      </dgm:t>
    </dgm:pt>
    <dgm:pt modelId="{BC6412AA-218A-4BEC-9F5E-4A822421293A}" type="parTrans" cxnId="{C1D27916-5DE2-4A23-B756-9EC922FAE73E}">
      <dgm:prSet/>
      <dgm:spPr/>
      <dgm:t>
        <a:bodyPr/>
        <a:lstStyle/>
        <a:p>
          <a:endParaRPr lang="en-US"/>
        </a:p>
      </dgm:t>
    </dgm:pt>
    <dgm:pt modelId="{763A67B1-EF88-4BF3-8709-723789E6904E}" type="sibTrans" cxnId="{C1D27916-5DE2-4A23-B756-9EC922FAE73E}">
      <dgm:prSet/>
      <dgm:spPr/>
      <dgm:t>
        <a:bodyPr/>
        <a:lstStyle/>
        <a:p>
          <a:endParaRPr lang="en-US"/>
        </a:p>
      </dgm:t>
    </dgm:pt>
    <dgm:pt modelId="{A7CD14E3-DED8-45B3-B587-33C6EF2A6380}" type="pres">
      <dgm:prSet presAssocID="{E6078188-A45F-49B5-A3F6-5F350536148F}" presName="diagram" presStyleCnt="0">
        <dgm:presLayoutVars>
          <dgm:dir/>
          <dgm:resizeHandles val="exact"/>
        </dgm:presLayoutVars>
      </dgm:prSet>
      <dgm:spPr/>
    </dgm:pt>
    <dgm:pt modelId="{DF20CA4E-E890-4E9A-976F-BD15C6E3EFD0}" type="pres">
      <dgm:prSet presAssocID="{5AFB3A91-EF2D-40B6-922E-FDAF721EDFDF}" presName="node" presStyleLbl="node1" presStyleIdx="0" presStyleCnt="6">
        <dgm:presLayoutVars>
          <dgm:bulletEnabled val="1"/>
        </dgm:presLayoutVars>
      </dgm:prSet>
      <dgm:spPr/>
    </dgm:pt>
    <dgm:pt modelId="{B9A8A3B3-DAA2-43CE-862F-0D226F86B8A0}" type="pres">
      <dgm:prSet presAssocID="{55EB3414-BB86-48D7-A544-5DD1629E0E58}" presName="sibTrans" presStyleLbl="sibTrans2D1" presStyleIdx="0" presStyleCnt="5"/>
      <dgm:spPr/>
    </dgm:pt>
    <dgm:pt modelId="{640BA01D-FB24-4B24-82F1-C69A704CEF5F}" type="pres">
      <dgm:prSet presAssocID="{55EB3414-BB86-48D7-A544-5DD1629E0E58}" presName="connectorText" presStyleLbl="sibTrans2D1" presStyleIdx="0" presStyleCnt="5"/>
      <dgm:spPr/>
    </dgm:pt>
    <dgm:pt modelId="{F04AA611-795E-4E01-94B6-89839B677DD1}" type="pres">
      <dgm:prSet presAssocID="{AC48DB6C-AD59-4C07-8A79-2451E0B35A58}" presName="node" presStyleLbl="node1" presStyleIdx="1" presStyleCnt="6">
        <dgm:presLayoutVars>
          <dgm:bulletEnabled val="1"/>
        </dgm:presLayoutVars>
      </dgm:prSet>
      <dgm:spPr/>
    </dgm:pt>
    <dgm:pt modelId="{D95FEA20-21D1-4B9C-A64E-BCD7EFC5307F}" type="pres">
      <dgm:prSet presAssocID="{D4ADB40E-67FC-447E-9916-8848FCD3AB66}" presName="sibTrans" presStyleLbl="sibTrans2D1" presStyleIdx="1" presStyleCnt="5"/>
      <dgm:spPr/>
    </dgm:pt>
    <dgm:pt modelId="{A395F10E-8F6C-4F0C-8873-17207AF4B2BE}" type="pres">
      <dgm:prSet presAssocID="{D4ADB40E-67FC-447E-9916-8848FCD3AB66}" presName="connectorText" presStyleLbl="sibTrans2D1" presStyleIdx="1" presStyleCnt="5"/>
      <dgm:spPr/>
    </dgm:pt>
    <dgm:pt modelId="{84E1365E-8E74-4020-A0BB-566C0952783A}" type="pres">
      <dgm:prSet presAssocID="{14613DA6-87D0-4B9F-9685-A3DCB2664B01}" presName="node" presStyleLbl="node1" presStyleIdx="2" presStyleCnt="6">
        <dgm:presLayoutVars>
          <dgm:bulletEnabled val="1"/>
        </dgm:presLayoutVars>
      </dgm:prSet>
      <dgm:spPr/>
    </dgm:pt>
    <dgm:pt modelId="{53D0166B-684F-4BEB-A46B-0C7B20E2142F}" type="pres">
      <dgm:prSet presAssocID="{973C5CCE-3ED4-4CEC-91D0-859C1855D952}" presName="sibTrans" presStyleLbl="sibTrans2D1" presStyleIdx="2" presStyleCnt="5"/>
      <dgm:spPr/>
    </dgm:pt>
    <dgm:pt modelId="{49A628A4-60B1-4B2D-AD59-5881D1D7AD38}" type="pres">
      <dgm:prSet presAssocID="{973C5CCE-3ED4-4CEC-91D0-859C1855D952}" presName="connectorText" presStyleLbl="sibTrans2D1" presStyleIdx="2" presStyleCnt="5"/>
      <dgm:spPr/>
    </dgm:pt>
    <dgm:pt modelId="{26D95B35-F78B-4652-BD01-E7D643896A2B}" type="pres">
      <dgm:prSet presAssocID="{45325437-62B7-4BE9-9DF9-3E987941D35B}" presName="node" presStyleLbl="node1" presStyleIdx="3" presStyleCnt="6">
        <dgm:presLayoutVars>
          <dgm:bulletEnabled val="1"/>
        </dgm:presLayoutVars>
      </dgm:prSet>
      <dgm:spPr/>
    </dgm:pt>
    <dgm:pt modelId="{FBCCE48A-C1AB-493D-800D-0284CFDC90C4}" type="pres">
      <dgm:prSet presAssocID="{14449CCC-122A-46F6-A862-1CB81FC6305D}" presName="sibTrans" presStyleLbl="sibTrans2D1" presStyleIdx="3" presStyleCnt="5"/>
      <dgm:spPr/>
    </dgm:pt>
    <dgm:pt modelId="{66556BBA-B875-40E3-8B1D-C32E5DA8AB5D}" type="pres">
      <dgm:prSet presAssocID="{14449CCC-122A-46F6-A862-1CB81FC6305D}" presName="connectorText" presStyleLbl="sibTrans2D1" presStyleIdx="3" presStyleCnt="5"/>
      <dgm:spPr/>
    </dgm:pt>
    <dgm:pt modelId="{7F2D8E1F-8C62-4A07-BE98-04CB1B7DCA31}" type="pres">
      <dgm:prSet presAssocID="{3EBBE7DC-68C9-4CC6-B881-9544B3EB890F}" presName="node" presStyleLbl="node1" presStyleIdx="4" presStyleCnt="6">
        <dgm:presLayoutVars>
          <dgm:bulletEnabled val="1"/>
        </dgm:presLayoutVars>
      </dgm:prSet>
      <dgm:spPr/>
    </dgm:pt>
    <dgm:pt modelId="{0C93764F-7067-4A3B-9CC4-E7F5D81FD174}" type="pres">
      <dgm:prSet presAssocID="{A6ACDF36-A149-4970-B73F-21E67A9EA7A7}" presName="sibTrans" presStyleLbl="sibTrans2D1" presStyleIdx="4" presStyleCnt="5"/>
      <dgm:spPr/>
    </dgm:pt>
    <dgm:pt modelId="{D84512A9-E675-49D4-9FCB-5E2D22D4BEB7}" type="pres">
      <dgm:prSet presAssocID="{A6ACDF36-A149-4970-B73F-21E67A9EA7A7}" presName="connectorText" presStyleLbl="sibTrans2D1" presStyleIdx="4" presStyleCnt="5"/>
      <dgm:spPr/>
    </dgm:pt>
    <dgm:pt modelId="{2E2B0FDF-7A9A-4447-84F6-26A8675925C6}" type="pres">
      <dgm:prSet presAssocID="{9F4B7484-D287-412A-AFE3-567BD68B7AF2}" presName="node" presStyleLbl="node1" presStyleIdx="5" presStyleCnt="6">
        <dgm:presLayoutVars>
          <dgm:bulletEnabled val="1"/>
        </dgm:presLayoutVars>
      </dgm:prSet>
      <dgm:spPr/>
    </dgm:pt>
  </dgm:ptLst>
  <dgm:cxnLst>
    <dgm:cxn modelId="{EBE42A01-DA15-4A2D-8025-8F91F68A1B38}" srcId="{E6078188-A45F-49B5-A3F6-5F350536148F}" destId="{5AFB3A91-EF2D-40B6-922E-FDAF721EDFDF}" srcOrd="0" destOrd="0" parTransId="{1B2FC288-9F29-472C-B112-592024BA9A5D}" sibTransId="{55EB3414-BB86-48D7-A544-5DD1629E0E58}"/>
    <dgm:cxn modelId="{B6A2F60F-F8A6-4904-9891-4B9EC515635F}" srcId="{E6078188-A45F-49B5-A3F6-5F350536148F}" destId="{14613DA6-87D0-4B9F-9685-A3DCB2664B01}" srcOrd="2" destOrd="0" parTransId="{E75A4232-C3ED-4A04-AEDD-B58041CB136D}" sibTransId="{973C5CCE-3ED4-4CEC-91D0-859C1855D952}"/>
    <dgm:cxn modelId="{C1D27916-5DE2-4A23-B756-9EC922FAE73E}" srcId="{E6078188-A45F-49B5-A3F6-5F350536148F}" destId="{9F4B7484-D287-412A-AFE3-567BD68B7AF2}" srcOrd="5" destOrd="0" parTransId="{BC6412AA-218A-4BEC-9F5E-4A822421293A}" sibTransId="{763A67B1-EF88-4BF3-8709-723789E6904E}"/>
    <dgm:cxn modelId="{670F6F18-A0DF-4B67-9669-62EAAD1F3AD0}" type="presOf" srcId="{45325437-62B7-4BE9-9DF9-3E987941D35B}" destId="{26D95B35-F78B-4652-BD01-E7D643896A2B}" srcOrd="0" destOrd="0" presId="urn:microsoft.com/office/officeart/2005/8/layout/process5"/>
    <dgm:cxn modelId="{F682A824-BA85-492F-A0FF-42FCAF16F4C5}" type="presOf" srcId="{D4ADB40E-67FC-447E-9916-8848FCD3AB66}" destId="{A395F10E-8F6C-4F0C-8873-17207AF4B2BE}" srcOrd="1" destOrd="0" presId="urn:microsoft.com/office/officeart/2005/8/layout/process5"/>
    <dgm:cxn modelId="{1E3DEB2B-CE33-4291-852C-5DC5C1E1CF60}" type="presOf" srcId="{5AFB3A91-EF2D-40B6-922E-FDAF721EDFDF}" destId="{DF20CA4E-E890-4E9A-976F-BD15C6E3EFD0}" srcOrd="0" destOrd="0" presId="urn:microsoft.com/office/officeart/2005/8/layout/process5"/>
    <dgm:cxn modelId="{33BC562C-0E96-4A13-B58B-F68039B00D0A}" type="presOf" srcId="{3EBBE7DC-68C9-4CC6-B881-9544B3EB890F}" destId="{7F2D8E1F-8C62-4A07-BE98-04CB1B7DCA31}" srcOrd="0" destOrd="0" presId="urn:microsoft.com/office/officeart/2005/8/layout/process5"/>
    <dgm:cxn modelId="{49C0B92D-C958-40AE-AAFE-9ECD2942B587}" type="presOf" srcId="{14449CCC-122A-46F6-A862-1CB81FC6305D}" destId="{FBCCE48A-C1AB-493D-800D-0284CFDC90C4}" srcOrd="0" destOrd="0" presId="urn:microsoft.com/office/officeart/2005/8/layout/process5"/>
    <dgm:cxn modelId="{1AD6123E-5F9D-45A3-9E6A-8032D59A30E8}" type="presOf" srcId="{D4ADB40E-67FC-447E-9916-8848FCD3AB66}" destId="{D95FEA20-21D1-4B9C-A64E-BCD7EFC5307F}" srcOrd="0" destOrd="0" presId="urn:microsoft.com/office/officeart/2005/8/layout/process5"/>
    <dgm:cxn modelId="{C2FF8641-2C76-41FE-9686-0C936781E327}" srcId="{E6078188-A45F-49B5-A3F6-5F350536148F}" destId="{45325437-62B7-4BE9-9DF9-3E987941D35B}" srcOrd="3" destOrd="0" parTransId="{3461A561-084B-4DC5-83F7-0A0AE5C5A550}" sibTransId="{14449CCC-122A-46F6-A862-1CB81FC6305D}"/>
    <dgm:cxn modelId="{7A716F64-C025-4099-A65D-2EEB0F257AB7}" type="presOf" srcId="{A6ACDF36-A149-4970-B73F-21E67A9EA7A7}" destId="{D84512A9-E675-49D4-9FCB-5E2D22D4BEB7}" srcOrd="1" destOrd="0" presId="urn:microsoft.com/office/officeart/2005/8/layout/process5"/>
    <dgm:cxn modelId="{E2D5D266-1FEF-4A64-A47A-D253A5CE2E76}" type="presOf" srcId="{973C5CCE-3ED4-4CEC-91D0-859C1855D952}" destId="{49A628A4-60B1-4B2D-AD59-5881D1D7AD38}" srcOrd="1" destOrd="0" presId="urn:microsoft.com/office/officeart/2005/8/layout/process5"/>
    <dgm:cxn modelId="{13C1716F-2100-41D6-8CDA-BD1EB280B8BE}" type="presOf" srcId="{A6ACDF36-A149-4970-B73F-21E67A9EA7A7}" destId="{0C93764F-7067-4A3B-9CC4-E7F5D81FD174}" srcOrd="0" destOrd="0" presId="urn:microsoft.com/office/officeart/2005/8/layout/process5"/>
    <dgm:cxn modelId="{67AC0B79-9F71-4974-80AB-D70788CA1F7B}" type="presOf" srcId="{14449CCC-122A-46F6-A862-1CB81FC6305D}" destId="{66556BBA-B875-40E3-8B1D-C32E5DA8AB5D}" srcOrd="1" destOrd="0" presId="urn:microsoft.com/office/officeart/2005/8/layout/process5"/>
    <dgm:cxn modelId="{952BF093-4103-49A9-A105-96B87F0D5D64}" type="presOf" srcId="{973C5CCE-3ED4-4CEC-91D0-859C1855D952}" destId="{53D0166B-684F-4BEB-A46B-0C7B20E2142F}" srcOrd="0" destOrd="0" presId="urn:microsoft.com/office/officeart/2005/8/layout/process5"/>
    <dgm:cxn modelId="{CD3D2595-9E47-45E7-A1A6-12902991732D}" type="presOf" srcId="{9F4B7484-D287-412A-AFE3-567BD68B7AF2}" destId="{2E2B0FDF-7A9A-4447-84F6-26A8675925C6}" srcOrd="0" destOrd="0" presId="urn:microsoft.com/office/officeart/2005/8/layout/process5"/>
    <dgm:cxn modelId="{814B9996-D2AA-4483-AEC5-A22FCCC72568}" srcId="{E6078188-A45F-49B5-A3F6-5F350536148F}" destId="{3EBBE7DC-68C9-4CC6-B881-9544B3EB890F}" srcOrd="4" destOrd="0" parTransId="{B6F445FB-3D97-45C0-ADE3-2012AD5AD87A}" sibTransId="{A6ACDF36-A149-4970-B73F-21E67A9EA7A7}"/>
    <dgm:cxn modelId="{66E9AF9E-20E7-4974-97AC-7FBE5CC3FBA2}" type="presOf" srcId="{14613DA6-87D0-4B9F-9685-A3DCB2664B01}" destId="{84E1365E-8E74-4020-A0BB-566C0952783A}" srcOrd="0" destOrd="0" presId="urn:microsoft.com/office/officeart/2005/8/layout/process5"/>
    <dgm:cxn modelId="{B33F97B3-61CD-4DBB-91C6-E772AB7F2C86}" type="presOf" srcId="{55EB3414-BB86-48D7-A544-5DD1629E0E58}" destId="{B9A8A3B3-DAA2-43CE-862F-0D226F86B8A0}" srcOrd="0" destOrd="0" presId="urn:microsoft.com/office/officeart/2005/8/layout/process5"/>
    <dgm:cxn modelId="{987AD0BA-99CB-4B03-A46C-4C5744002E48}" type="presOf" srcId="{E6078188-A45F-49B5-A3F6-5F350536148F}" destId="{A7CD14E3-DED8-45B3-B587-33C6EF2A6380}" srcOrd="0" destOrd="0" presId="urn:microsoft.com/office/officeart/2005/8/layout/process5"/>
    <dgm:cxn modelId="{B626B1D3-E4CF-4787-98A0-EE8699BA5F0B}" type="presOf" srcId="{AC48DB6C-AD59-4C07-8A79-2451E0B35A58}" destId="{F04AA611-795E-4E01-94B6-89839B677DD1}" srcOrd="0" destOrd="0" presId="urn:microsoft.com/office/officeart/2005/8/layout/process5"/>
    <dgm:cxn modelId="{6E0B85DD-1987-4EE3-91EE-40A13D974DB1}" type="presOf" srcId="{55EB3414-BB86-48D7-A544-5DD1629E0E58}" destId="{640BA01D-FB24-4B24-82F1-C69A704CEF5F}" srcOrd="1" destOrd="0" presId="urn:microsoft.com/office/officeart/2005/8/layout/process5"/>
    <dgm:cxn modelId="{C52130EB-872C-4A14-9569-AFEAC5974C55}" srcId="{E6078188-A45F-49B5-A3F6-5F350536148F}" destId="{AC48DB6C-AD59-4C07-8A79-2451E0B35A58}" srcOrd="1" destOrd="0" parTransId="{69D3C2D4-3ED0-4903-80CE-AF13F7FDE679}" sibTransId="{D4ADB40E-67FC-447E-9916-8848FCD3AB66}"/>
    <dgm:cxn modelId="{8B072C40-01D4-4D54-8072-56E587171CAE}" type="presParOf" srcId="{A7CD14E3-DED8-45B3-B587-33C6EF2A6380}" destId="{DF20CA4E-E890-4E9A-976F-BD15C6E3EFD0}" srcOrd="0" destOrd="0" presId="urn:microsoft.com/office/officeart/2005/8/layout/process5"/>
    <dgm:cxn modelId="{A43616A1-12C6-4D22-8195-DB5C27E97860}" type="presParOf" srcId="{A7CD14E3-DED8-45B3-B587-33C6EF2A6380}" destId="{B9A8A3B3-DAA2-43CE-862F-0D226F86B8A0}" srcOrd="1" destOrd="0" presId="urn:microsoft.com/office/officeart/2005/8/layout/process5"/>
    <dgm:cxn modelId="{974A4B16-9DFD-4C3B-AD7F-FB7C132DEF7D}" type="presParOf" srcId="{B9A8A3B3-DAA2-43CE-862F-0D226F86B8A0}" destId="{640BA01D-FB24-4B24-82F1-C69A704CEF5F}" srcOrd="0" destOrd="0" presId="urn:microsoft.com/office/officeart/2005/8/layout/process5"/>
    <dgm:cxn modelId="{2EDBD788-DC5B-4D3F-A7BB-5E55B5DE7862}" type="presParOf" srcId="{A7CD14E3-DED8-45B3-B587-33C6EF2A6380}" destId="{F04AA611-795E-4E01-94B6-89839B677DD1}" srcOrd="2" destOrd="0" presId="urn:microsoft.com/office/officeart/2005/8/layout/process5"/>
    <dgm:cxn modelId="{0B746E20-E8D1-432E-8C77-6FEC754B9F87}" type="presParOf" srcId="{A7CD14E3-DED8-45B3-B587-33C6EF2A6380}" destId="{D95FEA20-21D1-4B9C-A64E-BCD7EFC5307F}" srcOrd="3" destOrd="0" presId="urn:microsoft.com/office/officeart/2005/8/layout/process5"/>
    <dgm:cxn modelId="{08F8B033-59DF-4064-904A-F5F61E7B4EA6}" type="presParOf" srcId="{D95FEA20-21D1-4B9C-A64E-BCD7EFC5307F}" destId="{A395F10E-8F6C-4F0C-8873-17207AF4B2BE}" srcOrd="0" destOrd="0" presId="urn:microsoft.com/office/officeart/2005/8/layout/process5"/>
    <dgm:cxn modelId="{9CFF1753-9212-4FAD-9189-E9FE24780E9F}" type="presParOf" srcId="{A7CD14E3-DED8-45B3-B587-33C6EF2A6380}" destId="{84E1365E-8E74-4020-A0BB-566C0952783A}" srcOrd="4" destOrd="0" presId="urn:microsoft.com/office/officeart/2005/8/layout/process5"/>
    <dgm:cxn modelId="{389E3BD5-9B63-40E3-9261-ABB5C49EF65A}" type="presParOf" srcId="{A7CD14E3-DED8-45B3-B587-33C6EF2A6380}" destId="{53D0166B-684F-4BEB-A46B-0C7B20E2142F}" srcOrd="5" destOrd="0" presId="urn:microsoft.com/office/officeart/2005/8/layout/process5"/>
    <dgm:cxn modelId="{FBA14FB9-B708-4CD1-B1F4-EAC6FCF29FFD}" type="presParOf" srcId="{53D0166B-684F-4BEB-A46B-0C7B20E2142F}" destId="{49A628A4-60B1-4B2D-AD59-5881D1D7AD38}" srcOrd="0" destOrd="0" presId="urn:microsoft.com/office/officeart/2005/8/layout/process5"/>
    <dgm:cxn modelId="{49F33FE2-6D94-4A92-80A0-D634B8A8335B}" type="presParOf" srcId="{A7CD14E3-DED8-45B3-B587-33C6EF2A6380}" destId="{26D95B35-F78B-4652-BD01-E7D643896A2B}" srcOrd="6" destOrd="0" presId="urn:microsoft.com/office/officeart/2005/8/layout/process5"/>
    <dgm:cxn modelId="{EB5E964C-C56C-4290-982A-7F7843E09A01}" type="presParOf" srcId="{A7CD14E3-DED8-45B3-B587-33C6EF2A6380}" destId="{FBCCE48A-C1AB-493D-800D-0284CFDC90C4}" srcOrd="7" destOrd="0" presId="urn:microsoft.com/office/officeart/2005/8/layout/process5"/>
    <dgm:cxn modelId="{7E395DD0-7CBB-4947-9274-2A44CCA199E0}" type="presParOf" srcId="{FBCCE48A-C1AB-493D-800D-0284CFDC90C4}" destId="{66556BBA-B875-40E3-8B1D-C32E5DA8AB5D}" srcOrd="0" destOrd="0" presId="urn:microsoft.com/office/officeart/2005/8/layout/process5"/>
    <dgm:cxn modelId="{82D9E04E-0070-4C81-AECE-3AF89F11679D}" type="presParOf" srcId="{A7CD14E3-DED8-45B3-B587-33C6EF2A6380}" destId="{7F2D8E1F-8C62-4A07-BE98-04CB1B7DCA31}" srcOrd="8" destOrd="0" presId="urn:microsoft.com/office/officeart/2005/8/layout/process5"/>
    <dgm:cxn modelId="{22D2C3F1-CEF2-45EE-8F12-E7204E7DA33E}" type="presParOf" srcId="{A7CD14E3-DED8-45B3-B587-33C6EF2A6380}" destId="{0C93764F-7067-4A3B-9CC4-E7F5D81FD174}" srcOrd="9" destOrd="0" presId="urn:microsoft.com/office/officeart/2005/8/layout/process5"/>
    <dgm:cxn modelId="{8AFF9E0D-4FB7-4D76-A6D2-EF963712B6DC}" type="presParOf" srcId="{0C93764F-7067-4A3B-9CC4-E7F5D81FD174}" destId="{D84512A9-E675-49D4-9FCB-5E2D22D4BEB7}" srcOrd="0" destOrd="0" presId="urn:microsoft.com/office/officeart/2005/8/layout/process5"/>
    <dgm:cxn modelId="{387CA700-1B79-4B4C-BFA8-A0AC93FE31C7}" type="presParOf" srcId="{A7CD14E3-DED8-45B3-B587-33C6EF2A6380}" destId="{2E2B0FDF-7A9A-4447-84F6-26A8675925C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72989C5-0057-4A3C-BA04-556285ACD8B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E5D6C-E270-44CA-B9B0-6CE7344A1662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>
              <a:latin typeface="Neue Haas Grotesk Text Pro"/>
              <a:ea typeface="+mn-ea"/>
              <a:cs typeface="+mn-cs"/>
            </a:rPr>
            <a:t>Main test</a:t>
          </a:r>
          <a:endParaRPr lang="en-US" sz="1600">
            <a:ea typeface="+mn-ea"/>
            <a:cs typeface="+mn-cs"/>
          </a:endParaRPr>
        </a:p>
      </dgm:t>
    </dgm:pt>
    <dgm:pt modelId="{F7D2A0E9-6CB6-45A3-8370-3F3DAEF8AA72}" type="parTrans" cxnId="{64DDE364-2489-4228-87EB-498C6C9A2826}">
      <dgm:prSet/>
      <dgm:spPr/>
      <dgm:t>
        <a:bodyPr/>
        <a:lstStyle/>
        <a:p>
          <a:endParaRPr lang="en-US"/>
        </a:p>
      </dgm:t>
    </dgm:pt>
    <dgm:pt modelId="{EE3D6593-14D1-4C91-ADA5-BDD3A888799D}" type="sibTrans" cxnId="{64DDE364-2489-4228-87EB-498C6C9A2826}">
      <dgm:prSet/>
      <dgm:spPr/>
      <dgm:t>
        <a:bodyPr/>
        <a:lstStyle/>
        <a:p>
          <a:endParaRPr lang="en-US"/>
        </a:p>
      </dgm:t>
    </dgm:pt>
    <dgm:pt modelId="{44290F78-6A72-4E30-9B99-79EB0F3DB48A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>
              <a:latin typeface="Neue Haas Grotesk Text Pro"/>
              <a:ea typeface="+mn-ea"/>
              <a:cs typeface="+mn-cs"/>
            </a:rPr>
            <a:t>Parameterized clock</a:t>
          </a:r>
          <a:endParaRPr lang="en-US" sz="1600">
            <a:ea typeface="+mn-ea"/>
            <a:cs typeface="+mn-cs"/>
          </a:endParaRPr>
        </a:p>
      </dgm:t>
    </dgm:pt>
    <dgm:pt modelId="{4A024A9D-79D7-4D21-A874-EBF7476EB797}" type="parTrans" cxnId="{B2FD0E16-4A06-455F-8F5F-A43F9AE4D02D}">
      <dgm:prSet/>
      <dgm:spPr/>
      <dgm:t>
        <a:bodyPr/>
        <a:lstStyle/>
        <a:p>
          <a:endParaRPr lang="en-US"/>
        </a:p>
      </dgm:t>
    </dgm:pt>
    <dgm:pt modelId="{1A74A86A-ADB6-4C7F-ACC3-3F26B5B3C28C}" type="sibTrans" cxnId="{B2FD0E16-4A06-455F-8F5F-A43F9AE4D02D}">
      <dgm:prSet/>
      <dgm:spPr/>
      <dgm:t>
        <a:bodyPr/>
        <a:lstStyle/>
        <a:p>
          <a:endParaRPr lang="en-US"/>
        </a:p>
      </dgm:t>
    </dgm:pt>
    <dgm:pt modelId="{01148DF1-1639-4EC6-89C3-0C28709EB99D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 dirty="0">
              <a:latin typeface="Neue Haas Grotesk Text Pro"/>
              <a:ea typeface="+mn-ea"/>
              <a:cs typeface="+mn-cs"/>
            </a:rPr>
            <a:t>Same clock</a:t>
          </a:r>
        </a:p>
      </dgm:t>
    </dgm:pt>
    <dgm:pt modelId="{C43B6166-DA94-43B7-BF2B-4111476D8B4D}" type="parTrans" cxnId="{9955B4A4-3EC2-4F20-A2AB-A2CD0F2BCF66}">
      <dgm:prSet/>
      <dgm:spPr/>
      <dgm:t>
        <a:bodyPr/>
        <a:lstStyle/>
        <a:p>
          <a:endParaRPr lang="en-US"/>
        </a:p>
      </dgm:t>
    </dgm:pt>
    <dgm:pt modelId="{F86AF456-8FC6-4885-BE80-91E9AB0FA7B6}" type="sibTrans" cxnId="{9955B4A4-3EC2-4F20-A2AB-A2CD0F2BCF66}">
      <dgm:prSet/>
      <dgm:spPr/>
      <dgm:t>
        <a:bodyPr/>
        <a:lstStyle/>
        <a:p>
          <a:endParaRPr lang="en-US"/>
        </a:p>
      </dgm:t>
    </dgm:pt>
    <dgm:pt modelId="{986D4906-E65F-4658-9914-6649E9D9D5F4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 dirty="0">
              <a:latin typeface="Neue Haas Grotesk Text Pro"/>
              <a:ea typeface="+mn-ea"/>
              <a:cs typeface="+mn-cs"/>
            </a:rPr>
            <a:t>Double clock</a:t>
          </a:r>
        </a:p>
      </dgm:t>
    </dgm:pt>
    <dgm:pt modelId="{790391C3-7ECD-4545-9BFF-7DD50F355BF2}" type="parTrans" cxnId="{09DE0C94-E28B-4F7D-8148-2CEE3E72690E}">
      <dgm:prSet/>
      <dgm:spPr/>
      <dgm:t>
        <a:bodyPr/>
        <a:lstStyle/>
        <a:p>
          <a:endParaRPr lang="en-US"/>
        </a:p>
      </dgm:t>
    </dgm:pt>
    <dgm:pt modelId="{B7563851-88EE-4DCF-9FF6-3F87A2FF069D}" type="sibTrans" cxnId="{09DE0C94-E28B-4F7D-8148-2CEE3E72690E}">
      <dgm:prSet/>
      <dgm:spPr/>
      <dgm:t>
        <a:bodyPr/>
        <a:lstStyle/>
        <a:p>
          <a:endParaRPr lang="en-US"/>
        </a:p>
      </dgm:t>
    </dgm:pt>
    <dgm:pt modelId="{22EF5292-6038-4090-8244-6E7DF73F4C72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600" dirty="0">
              <a:latin typeface="Neue Haas Grotesk Text Pro"/>
              <a:ea typeface="+mn-ea"/>
              <a:cs typeface="+mn-cs"/>
            </a:rPr>
            <a:t>Phase shift</a:t>
          </a:r>
        </a:p>
      </dgm:t>
    </dgm:pt>
    <dgm:pt modelId="{EE78C9B5-DCF2-4A17-A836-3FDC5A73B138}" type="parTrans" cxnId="{1A49FF12-F4A8-435E-AAA3-5CA43352C822}">
      <dgm:prSet/>
      <dgm:spPr/>
      <dgm:t>
        <a:bodyPr/>
        <a:lstStyle/>
        <a:p>
          <a:endParaRPr lang="en-US"/>
        </a:p>
      </dgm:t>
    </dgm:pt>
    <dgm:pt modelId="{AC2DBE9F-B707-4F09-9E3E-FF433A024F3F}" type="sibTrans" cxnId="{1A49FF12-F4A8-435E-AAA3-5CA43352C822}">
      <dgm:prSet/>
      <dgm:spPr/>
      <dgm:t>
        <a:bodyPr/>
        <a:lstStyle/>
        <a:p>
          <a:endParaRPr lang="en-US"/>
        </a:p>
      </dgm:t>
    </dgm:pt>
    <dgm:pt modelId="{8E24D700-4992-48AC-B376-990B477DB492}" type="pres">
      <dgm:prSet presAssocID="{372989C5-0057-4A3C-BA04-556285ACD8B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52BABD-B10F-449B-ADDE-463307903208}" type="pres">
      <dgm:prSet presAssocID="{58FE5D6C-E270-44CA-B9B0-6CE7344A1662}" presName="hierRoot1" presStyleCnt="0"/>
      <dgm:spPr/>
    </dgm:pt>
    <dgm:pt modelId="{A214954F-A1CE-4E4B-9B85-8CEE9AAC0E9E}" type="pres">
      <dgm:prSet presAssocID="{58FE5D6C-E270-44CA-B9B0-6CE7344A1662}" presName="composite" presStyleCnt="0"/>
      <dgm:spPr/>
    </dgm:pt>
    <dgm:pt modelId="{BFFA3040-EF68-4C41-87CB-A4490CC84EDD}" type="pres">
      <dgm:prSet presAssocID="{58FE5D6C-E270-44CA-B9B0-6CE7344A1662}" presName="background" presStyleLbl="node0" presStyleIdx="0" presStyleCnt="1"/>
      <dgm:spPr/>
    </dgm:pt>
    <dgm:pt modelId="{BB02407F-A534-4DF8-A7C7-FC79F5C94563}" type="pres">
      <dgm:prSet presAssocID="{58FE5D6C-E270-44CA-B9B0-6CE7344A1662}" presName="text" presStyleLbl="fgAcc0" presStyleIdx="0" presStyleCnt="1">
        <dgm:presLayoutVars>
          <dgm:chPref val="3"/>
        </dgm:presLayoutVars>
      </dgm:prSet>
      <dgm:spPr/>
    </dgm:pt>
    <dgm:pt modelId="{C855D7F7-A3C4-4BA9-8152-BD682CE4C2FC}" type="pres">
      <dgm:prSet presAssocID="{58FE5D6C-E270-44CA-B9B0-6CE7344A1662}" presName="hierChild2" presStyleCnt="0"/>
      <dgm:spPr/>
    </dgm:pt>
    <dgm:pt modelId="{F99E6AD5-B5CB-4542-A1C5-74C4897D2BB3}" type="pres">
      <dgm:prSet presAssocID="{4A024A9D-79D7-4D21-A874-EBF7476EB797}" presName="Name10" presStyleLbl="parChTrans1D2" presStyleIdx="0" presStyleCnt="1"/>
      <dgm:spPr/>
    </dgm:pt>
    <dgm:pt modelId="{95731277-8342-40F3-AB8B-4E56A727BB2E}" type="pres">
      <dgm:prSet presAssocID="{44290F78-6A72-4E30-9B99-79EB0F3DB48A}" presName="hierRoot2" presStyleCnt="0"/>
      <dgm:spPr/>
    </dgm:pt>
    <dgm:pt modelId="{A58CC739-F3DA-4B86-9DBB-AC217078B3B4}" type="pres">
      <dgm:prSet presAssocID="{44290F78-6A72-4E30-9B99-79EB0F3DB48A}" presName="composite2" presStyleCnt="0"/>
      <dgm:spPr/>
    </dgm:pt>
    <dgm:pt modelId="{2FED1973-69E8-4130-8484-D81BA70F27D3}" type="pres">
      <dgm:prSet presAssocID="{44290F78-6A72-4E30-9B99-79EB0F3DB48A}" presName="background2" presStyleLbl="node2" presStyleIdx="0" presStyleCnt="1"/>
      <dgm:spPr/>
    </dgm:pt>
    <dgm:pt modelId="{CA4573AB-DAC7-4C79-AC50-8EACA101E15E}" type="pres">
      <dgm:prSet presAssocID="{44290F78-6A72-4E30-9B99-79EB0F3DB48A}" presName="text2" presStyleLbl="fgAcc2" presStyleIdx="0" presStyleCnt="1">
        <dgm:presLayoutVars>
          <dgm:chPref val="3"/>
        </dgm:presLayoutVars>
      </dgm:prSet>
      <dgm:spPr/>
    </dgm:pt>
    <dgm:pt modelId="{55CDC05B-F2D8-4FFD-8E82-5405C41A0F7F}" type="pres">
      <dgm:prSet presAssocID="{44290F78-6A72-4E30-9B99-79EB0F3DB48A}" presName="hierChild3" presStyleCnt="0"/>
      <dgm:spPr/>
    </dgm:pt>
    <dgm:pt modelId="{87B75695-5E30-4961-91CB-9C0A02B23435}" type="pres">
      <dgm:prSet presAssocID="{C43B6166-DA94-43B7-BF2B-4111476D8B4D}" presName="Name17" presStyleLbl="parChTrans1D3" presStyleIdx="0" presStyleCnt="3"/>
      <dgm:spPr/>
    </dgm:pt>
    <dgm:pt modelId="{08DF8439-EF36-42B5-AAF3-39D2B2676CB7}" type="pres">
      <dgm:prSet presAssocID="{01148DF1-1639-4EC6-89C3-0C28709EB99D}" presName="hierRoot3" presStyleCnt="0"/>
      <dgm:spPr/>
    </dgm:pt>
    <dgm:pt modelId="{897C30ED-C74A-440D-B38A-7AD5AA17BA1D}" type="pres">
      <dgm:prSet presAssocID="{01148DF1-1639-4EC6-89C3-0C28709EB99D}" presName="composite3" presStyleCnt="0"/>
      <dgm:spPr/>
    </dgm:pt>
    <dgm:pt modelId="{89AC9980-133E-4A3A-A2ED-669D3967887C}" type="pres">
      <dgm:prSet presAssocID="{01148DF1-1639-4EC6-89C3-0C28709EB99D}" presName="background3" presStyleLbl="node3" presStyleIdx="0" presStyleCnt="3"/>
      <dgm:spPr/>
    </dgm:pt>
    <dgm:pt modelId="{3883C139-26C0-47F3-92EB-E1B2337B7670}" type="pres">
      <dgm:prSet presAssocID="{01148DF1-1639-4EC6-89C3-0C28709EB99D}" presName="text3" presStyleLbl="fgAcc3" presStyleIdx="0" presStyleCnt="3">
        <dgm:presLayoutVars>
          <dgm:chPref val="3"/>
        </dgm:presLayoutVars>
      </dgm:prSet>
      <dgm:spPr/>
    </dgm:pt>
    <dgm:pt modelId="{063FA95A-9A2F-4087-A0C3-24EEDB45DE85}" type="pres">
      <dgm:prSet presAssocID="{01148DF1-1639-4EC6-89C3-0C28709EB99D}" presName="hierChild4" presStyleCnt="0"/>
      <dgm:spPr/>
    </dgm:pt>
    <dgm:pt modelId="{79E66666-8BEA-4774-832A-444F27ABBB59}" type="pres">
      <dgm:prSet presAssocID="{790391C3-7ECD-4545-9BFF-7DD50F355BF2}" presName="Name17" presStyleLbl="parChTrans1D3" presStyleIdx="1" presStyleCnt="3"/>
      <dgm:spPr/>
    </dgm:pt>
    <dgm:pt modelId="{02574E25-4727-4DD6-A06C-FBDA607C3110}" type="pres">
      <dgm:prSet presAssocID="{986D4906-E65F-4658-9914-6649E9D9D5F4}" presName="hierRoot3" presStyleCnt="0"/>
      <dgm:spPr/>
    </dgm:pt>
    <dgm:pt modelId="{48F2A5B8-B831-47F9-A1CA-5B07FC31EF8C}" type="pres">
      <dgm:prSet presAssocID="{986D4906-E65F-4658-9914-6649E9D9D5F4}" presName="composite3" presStyleCnt="0"/>
      <dgm:spPr/>
    </dgm:pt>
    <dgm:pt modelId="{5D35608C-5B45-4190-A91D-64277423E064}" type="pres">
      <dgm:prSet presAssocID="{986D4906-E65F-4658-9914-6649E9D9D5F4}" presName="background3" presStyleLbl="node3" presStyleIdx="1" presStyleCnt="3"/>
      <dgm:spPr/>
    </dgm:pt>
    <dgm:pt modelId="{923F67C8-0547-49E2-A30C-FEE7F369E0DA}" type="pres">
      <dgm:prSet presAssocID="{986D4906-E65F-4658-9914-6649E9D9D5F4}" presName="text3" presStyleLbl="fgAcc3" presStyleIdx="1" presStyleCnt="3">
        <dgm:presLayoutVars>
          <dgm:chPref val="3"/>
        </dgm:presLayoutVars>
      </dgm:prSet>
      <dgm:spPr/>
    </dgm:pt>
    <dgm:pt modelId="{75B57538-7821-4F68-8943-F16B054ADDC7}" type="pres">
      <dgm:prSet presAssocID="{986D4906-E65F-4658-9914-6649E9D9D5F4}" presName="hierChild4" presStyleCnt="0"/>
      <dgm:spPr/>
    </dgm:pt>
    <dgm:pt modelId="{8A45CE92-7B01-470A-8914-5CDB474C417F}" type="pres">
      <dgm:prSet presAssocID="{EE78C9B5-DCF2-4A17-A836-3FDC5A73B138}" presName="Name17" presStyleLbl="parChTrans1D3" presStyleIdx="2" presStyleCnt="3"/>
      <dgm:spPr/>
    </dgm:pt>
    <dgm:pt modelId="{876B3498-9D12-46EB-8400-6EF1C3EE1196}" type="pres">
      <dgm:prSet presAssocID="{22EF5292-6038-4090-8244-6E7DF73F4C72}" presName="hierRoot3" presStyleCnt="0"/>
      <dgm:spPr/>
    </dgm:pt>
    <dgm:pt modelId="{24F9BFB6-5AAE-408E-AD35-C9E450AF3335}" type="pres">
      <dgm:prSet presAssocID="{22EF5292-6038-4090-8244-6E7DF73F4C72}" presName="composite3" presStyleCnt="0"/>
      <dgm:spPr/>
    </dgm:pt>
    <dgm:pt modelId="{59F0AD53-20BD-4EDC-8F14-5F9031749472}" type="pres">
      <dgm:prSet presAssocID="{22EF5292-6038-4090-8244-6E7DF73F4C72}" presName="background3" presStyleLbl="node3" presStyleIdx="2" presStyleCnt="3"/>
      <dgm:spPr/>
    </dgm:pt>
    <dgm:pt modelId="{BFAE397B-12D7-4F0D-BAC5-F932BD979BA1}" type="pres">
      <dgm:prSet presAssocID="{22EF5292-6038-4090-8244-6E7DF73F4C72}" presName="text3" presStyleLbl="fgAcc3" presStyleIdx="2" presStyleCnt="3">
        <dgm:presLayoutVars>
          <dgm:chPref val="3"/>
        </dgm:presLayoutVars>
      </dgm:prSet>
      <dgm:spPr/>
    </dgm:pt>
    <dgm:pt modelId="{C62CB6A9-98B5-4D5D-ADD3-2EEDE4891D6D}" type="pres">
      <dgm:prSet presAssocID="{22EF5292-6038-4090-8244-6E7DF73F4C72}" presName="hierChild4" presStyleCnt="0"/>
      <dgm:spPr/>
    </dgm:pt>
  </dgm:ptLst>
  <dgm:cxnLst>
    <dgm:cxn modelId="{D71C0902-2C32-4350-83E3-625E5A6BA4CC}" type="presOf" srcId="{58FE5D6C-E270-44CA-B9B0-6CE7344A1662}" destId="{BB02407F-A534-4DF8-A7C7-FC79F5C94563}" srcOrd="0" destOrd="0" presId="urn:microsoft.com/office/officeart/2005/8/layout/hierarchy1"/>
    <dgm:cxn modelId="{8CCBD705-CE13-470D-9B22-AE3CF2AF5E75}" type="presOf" srcId="{01148DF1-1639-4EC6-89C3-0C28709EB99D}" destId="{3883C139-26C0-47F3-92EB-E1B2337B7670}" srcOrd="0" destOrd="0" presId="urn:microsoft.com/office/officeart/2005/8/layout/hierarchy1"/>
    <dgm:cxn modelId="{1A49FF12-F4A8-435E-AAA3-5CA43352C822}" srcId="{44290F78-6A72-4E30-9B99-79EB0F3DB48A}" destId="{22EF5292-6038-4090-8244-6E7DF73F4C72}" srcOrd="2" destOrd="0" parTransId="{EE78C9B5-DCF2-4A17-A836-3FDC5A73B138}" sibTransId="{AC2DBE9F-B707-4F09-9E3E-FF433A024F3F}"/>
    <dgm:cxn modelId="{B2FD0E16-4A06-455F-8F5F-A43F9AE4D02D}" srcId="{58FE5D6C-E270-44CA-B9B0-6CE7344A1662}" destId="{44290F78-6A72-4E30-9B99-79EB0F3DB48A}" srcOrd="0" destOrd="0" parTransId="{4A024A9D-79D7-4D21-A874-EBF7476EB797}" sibTransId="{1A74A86A-ADB6-4C7F-ACC3-3F26B5B3C28C}"/>
    <dgm:cxn modelId="{A461C91C-4B77-46E0-BEC4-D1ED87CCFD8A}" type="presOf" srcId="{EE78C9B5-DCF2-4A17-A836-3FDC5A73B138}" destId="{8A45CE92-7B01-470A-8914-5CDB474C417F}" srcOrd="0" destOrd="0" presId="urn:microsoft.com/office/officeart/2005/8/layout/hierarchy1"/>
    <dgm:cxn modelId="{B9B2FD1F-73CF-488E-93D3-42B4766850C4}" type="presOf" srcId="{790391C3-7ECD-4545-9BFF-7DD50F355BF2}" destId="{79E66666-8BEA-4774-832A-444F27ABBB59}" srcOrd="0" destOrd="0" presId="urn:microsoft.com/office/officeart/2005/8/layout/hierarchy1"/>
    <dgm:cxn modelId="{3B443E2C-D065-4A2F-A470-06C9C8480751}" type="presOf" srcId="{C43B6166-DA94-43B7-BF2B-4111476D8B4D}" destId="{87B75695-5E30-4961-91CB-9C0A02B23435}" srcOrd="0" destOrd="0" presId="urn:microsoft.com/office/officeart/2005/8/layout/hierarchy1"/>
    <dgm:cxn modelId="{EA43143E-3CAD-49EE-A1E4-597F6767E79C}" type="presOf" srcId="{44290F78-6A72-4E30-9B99-79EB0F3DB48A}" destId="{CA4573AB-DAC7-4C79-AC50-8EACA101E15E}" srcOrd="0" destOrd="0" presId="urn:microsoft.com/office/officeart/2005/8/layout/hierarchy1"/>
    <dgm:cxn modelId="{64DDE364-2489-4228-87EB-498C6C9A2826}" srcId="{372989C5-0057-4A3C-BA04-556285ACD8BE}" destId="{58FE5D6C-E270-44CA-B9B0-6CE7344A1662}" srcOrd="0" destOrd="0" parTransId="{F7D2A0E9-6CB6-45A3-8370-3F3DAEF8AA72}" sibTransId="{EE3D6593-14D1-4C91-ADA5-BDD3A888799D}"/>
    <dgm:cxn modelId="{E7BB3068-9CFC-4862-BB4E-5102A5326CD0}" type="presOf" srcId="{4A024A9D-79D7-4D21-A874-EBF7476EB797}" destId="{F99E6AD5-B5CB-4542-A1C5-74C4897D2BB3}" srcOrd="0" destOrd="0" presId="urn:microsoft.com/office/officeart/2005/8/layout/hierarchy1"/>
    <dgm:cxn modelId="{47AD4C91-21AB-4AAE-B004-E0B81929BFAE}" type="presOf" srcId="{22EF5292-6038-4090-8244-6E7DF73F4C72}" destId="{BFAE397B-12D7-4F0D-BAC5-F932BD979BA1}" srcOrd="0" destOrd="0" presId="urn:microsoft.com/office/officeart/2005/8/layout/hierarchy1"/>
    <dgm:cxn modelId="{09DE0C94-E28B-4F7D-8148-2CEE3E72690E}" srcId="{44290F78-6A72-4E30-9B99-79EB0F3DB48A}" destId="{986D4906-E65F-4658-9914-6649E9D9D5F4}" srcOrd="1" destOrd="0" parTransId="{790391C3-7ECD-4545-9BFF-7DD50F355BF2}" sibTransId="{B7563851-88EE-4DCF-9FF6-3F87A2FF069D}"/>
    <dgm:cxn modelId="{9955B4A4-3EC2-4F20-A2AB-A2CD0F2BCF66}" srcId="{44290F78-6A72-4E30-9B99-79EB0F3DB48A}" destId="{01148DF1-1639-4EC6-89C3-0C28709EB99D}" srcOrd="0" destOrd="0" parTransId="{C43B6166-DA94-43B7-BF2B-4111476D8B4D}" sibTransId="{F86AF456-8FC6-4885-BE80-91E9AB0FA7B6}"/>
    <dgm:cxn modelId="{97CE73AC-6632-40AF-A713-AFC1E1D1269F}" type="presOf" srcId="{372989C5-0057-4A3C-BA04-556285ACD8BE}" destId="{8E24D700-4992-48AC-B376-990B477DB492}" srcOrd="0" destOrd="0" presId="urn:microsoft.com/office/officeart/2005/8/layout/hierarchy1"/>
    <dgm:cxn modelId="{6AB651BA-B84B-4AF8-8E76-5454076DFFD2}" type="presOf" srcId="{986D4906-E65F-4658-9914-6649E9D9D5F4}" destId="{923F67C8-0547-49E2-A30C-FEE7F369E0DA}" srcOrd="0" destOrd="0" presId="urn:microsoft.com/office/officeart/2005/8/layout/hierarchy1"/>
    <dgm:cxn modelId="{11BCE602-324D-4F62-843E-D048E9EB2601}" type="presParOf" srcId="{8E24D700-4992-48AC-B376-990B477DB492}" destId="{8852BABD-B10F-449B-ADDE-463307903208}" srcOrd="0" destOrd="0" presId="urn:microsoft.com/office/officeart/2005/8/layout/hierarchy1"/>
    <dgm:cxn modelId="{56049735-56B6-4516-BD68-1F6F5FE212E3}" type="presParOf" srcId="{8852BABD-B10F-449B-ADDE-463307903208}" destId="{A214954F-A1CE-4E4B-9B85-8CEE9AAC0E9E}" srcOrd="0" destOrd="0" presId="urn:microsoft.com/office/officeart/2005/8/layout/hierarchy1"/>
    <dgm:cxn modelId="{EC3996CD-DDDB-4A85-9CDB-01D5B6265EE4}" type="presParOf" srcId="{A214954F-A1CE-4E4B-9B85-8CEE9AAC0E9E}" destId="{BFFA3040-EF68-4C41-87CB-A4490CC84EDD}" srcOrd="0" destOrd="0" presId="urn:microsoft.com/office/officeart/2005/8/layout/hierarchy1"/>
    <dgm:cxn modelId="{EFF96014-DFEC-4E12-859A-BDD1EE697779}" type="presParOf" srcId="{A214954F-A1CE-4E4B-9B85-8CEE9AAC0E9E}" destId="{BB02407F-A534-4DF8-A7C7-FC79F5C94563}" srcOrd="1" destOrd="0" presId="urn:microsoft.com/office/officeart/2005/8/layout/hierarchy1"/>
    <dgm:cxn modelId="{78F150CD-63A0-4FF7-9E75-A64F0601190E}" type="presParOf" srcId="{8852BABD-B10F-449B-ADDE-463307903208}" destId="{C855D7F7-A3C4-4BA9-8152-BD682CE4C2FC}" srcOrd="1" destOrd="0" presId="urn:microsoft.com/office/officeart/2005/8/layout/hierarchy1"/>
    <dgm:cxn modelId="{192FA40C-1CDA-42EC-AED6-A8A843680D0B}" type="presParOf" srcId="{C855D7F7-A3C4-4BA9-8152-BD682CE4C2FC}" destId="{F99E6AD5-B5CB-4542-A1C5-74C4897D2BB3}" srcOrd="0" destOrd="0" presId="urn:microsoft.com/office/officeart/2005/8/layout/hierarchy1"/>
    <dgm:cxn modelId="{BFB766F1-0FFC-4175-8051-FA4FD3204592}" type="presParOf" srcId="{C855D7F7-A3C4-4BA9-8152-BD682CE4C2FC}" destId="{95731277-8342-40F3-AB8B-4E56A727BB2E}" srcOrd="1" destOrd="0" presId="urn:microsoft.com/office/officeart/2005/8/layout/hierarchy1"/>
    <dgm:cxn modelId="{4B84CDC9-CC9D-4013-B3EA-4092BA048A16}" type="presParOf" srcId="{95731277-8342-40F3-AB8B-4E56A727BB2E}" destId="{A58CC739-F3DA-4B86-9DBB-AC217078B3B4}" srcOrd="0" destOrd="0" presId="urn:microsoft.com/office/officeart/2005/8/layout/hierarchy1"/>
    <dgm:cxn modelId="{CEA7EDC9-00AB-4DE6-B58E-E01BCB51EB02}" type="presParOf" srcId="{A58CC739-F3DA-4B86-9DBB-AC217078B3B4}" destId="{2FED1973-69E8-4130-8484-D81BA70F27D3}" srcOrd="0" destOrd="0" presId="urn:microsoft.com/office/officeart/2005/8/layout/hierarchy1"/>
    <dgm:cxn modelId="{FFFF0BC7-8217-45C0-85FC-6AC903277730}" type="presParOf" srcId="{A58CC739-F3DA-4B86-9DBB-AC217078B3B4}" destId="{CA4573AB-DAC7-4C79-AC50-8EACA101E15E}" srcOrd="1" destOrd="0" presId="urn:microsoft.com/office/officeart/2005/8/layout/hierarchy1"/>
    <dgm:cxn modelId="{11C753B2-E440-4EDD-BC54-5421BBF240DA}" type="presParOf" srcId="{95731277-8342-40F3-AB8B-4E56A727BB2E}" destId="{55CDC05B-F2D8-4FFD-8E82-5405C41A0F7F}" srcOrd="1" destOrd="0" presId="urn:microsoft.com/office/officeart/2005/8/layout/hierarchy1"/>
    <dgm:cxn modelId="{12C3CB98-F88F-43CE-B370-1027A2169EE5}" type="presParOf" srcId="{55CDC05B-F2D8-4FFD-8E82-5405C41A0F7F}" destId="{87B75695-5E30-4961-91CB-9C0A02B23435}" srcOrd="0" destOrd="0" presId="urn:microsoft.com/office/officeart/2005/8/layout/hierarchy1"/>
    <dgm:cxn modelId="{6863000C-842D-4D27-8BA1-29C4A7861A59}" type="presParOf" srcId="{55CDC05B-F2D8-4FFD-8E82-5405C41A0F7F}" destId="{08DF8439-EF36-42B5-AAF3-39D2B2676CB7}" srcOrd="1" destOrd="0" presId="urn:microsoft.com/office/officeart/2005/8/layout/hierarchy1"/>
    <dgm:cxn modelId="{F23E4532-5840-483D-9FD2-47D51FB56265}" type="presParOf" srcId="{08DF8439-EF36-42B5-AAF3-39D2B2676CB7}" destId="{897C30ED-C74A-440D-B38A-7AD5AA17BA1D}" srcOrd="0" destOrd="0" presId="urn:microsoft.com/office/officeart/2005/8/layout/hierarchy1"/>
    <dgm:cxn modelId="{FD39D818-E728-476D-BA50-2C2D38FCF8A1}" type="presParOf" srcId="{897C30ED-C74A-440D-B38A-7AD5AA17BA1D}" destId="{89AC9980-133E-4A3A-A2ED-669D3967887C}" srcOrd="0" destOrd="0" presId="urn:microsoft.com/office/officeart/2005/8/layout/hierarchy1"/>
    <dgm:cxn modelId="{ADB99F30-7836-4555-A78B-BB213E86968A}" type="presParOf" srcId="{897C30ED-C74A-440D-B38A-7AD5AA17BA1D}" destId="{3883C139-26C0-47F3-92EB-E1B2337B7670}" srcOrd="1" destOrd="0" presId="urn:microsoft.com/office/officeart/2005/8/layout/hierarchy1"/>
    <dgm:cxn modelId="{2DAADD17-363C-49FB-B182-A4E73530639C}" type="presParOf" srcId="{08DF8439-EF36-42B5-AAF3-39D2B2676CB7}" destId="{063FA95A-9A2F-4087-A0C3-24EEDB45DE85}" srcOrd="1" destOrd="0" presId="urn:microsoft.com/office/officeart/2005/8/layout/hierarchy1"/>
    <dgm:cxn modelId="{C2385EFD-6038-4203-942B-8B41DDF44A0F}" type="presParOf" srcId="{55CDC05B-F2D8-4FFD-8E82-5405C41A0F7F}" destId="{79E66666-8BEA-4774-832A-444F27ABBB59}" srcOrd="2" destOrd="0" presId="urn:microsoft.com/office/officeart/2005/8/layout/hierarchy1"/>
    <dgm:cxn modelId="{FDC9CA46-1BD2-47FD-B44D-7E68C468926E}" type="presParOf" srcId="{55CDC05B-F2D8-4FFD-8E82-5405C41A0F7F}" destId="{02574E25-4727-4DD6-A06C-FBDA607C3110}" srcOrd="3" destOrd="0" presId="urn:microsoft.com/office/officeart/2005/8/layout/hierarchy1"/>
    <dgm:cxn modelId="{38BA780E-124E-4F24-BE04-41CF8048734B}" type="presParOf" srcId="{02574E25-4727-4DD6-A06C-FBDA607C3110}" destId="{48F2A5B8-B831-47F9-A1CA-5B07FC31EF8C}" srcOrd="0" destOrd="0" presId="urn:microsoft.com/office/officeart/2005/8/layout/hierarchy1"/>
    <dgm:cxn modelId="{45F38A5F-8103-4417-8760-EE583DB9E295}" type="presParOf" srcId="{48F2A5B8-B831-47F9-A1CA-5B07FC31EF8C}" destId="{5D35608C-5B45-4190-A91D-64277423E064}" srcOrd="0" destOrd="0" presId="urn:microsoft.com/office/officeart/2005/8/layout/hierarchy1"/>
    <dgm:cxn modelId="{6E2D4C7A-708F-4D3C-A29C-471EE7ECB382}" type="presParOf" srcId="{48F2A5B8-B831-47F9-A1CA-5B07FC31EF8C}" destId="{923F67C8-0547-49E2-A30C-FEE7F369E0DA}" srcOrd="1" destOrd="0" presId="urn:microsoft.com/office/officeart/2005/8/layout/hierarchy1"/>
    <dgm:cxn modelId="{613844DA-FDD3-4D9D-BD27-9C43B860B9A4}" type="presParOf" srcId="{02574E25-4727-4DD6-A06C-FBDA607C3110}" destId="{75B57538-7821-4F68-8943-F16B054ADDC7}" srcOrd="1" destOrd="0" presId="urn:microsoft.com/office/officeart/2005/8/layout/hierarchy1"/>
    <dgm:cxn modelId="{A062F5C5-8466-41C2-BEEA-6880EEBC32F0}" type="presParOf" srcId="{55CDC05B-F2D8-4FFD-8E82-5405C41A0F7F}" destId="{8A45CE92-7B01-470A-8914-5CDB474C417F}" srcOrd="4" destOrd="0" presId="urn:microsoft.com/office/officeart/2005/8/layout/hierarchy1"/>
    <dgm:cxn modelId="{627E8282-6F03-42E9-9C14-EF018AA6CA77}" type="presParOf" srcId="{55CDC05B-F2D8-4FFD-8E82-5405C41A0F7F}" destId="{876B3498-9D12-46EB-8400-6EF1C3EE1196}" srcOrd="5" destOrd="0" presId="urn:microsoft.com/office/officeart/2005/8/layout/hierarchy1"/>
    <dgm:cxn modelId="{3047A93C-ACFD-4DD7-B2CA-9982DB9BB649}" type="presParOf" srcId="{876B3498-9D12-46EB-8400-6EF1C3EE1196}" destId="{24F9BFB6-5AAE-408E-AD35-C9E450AF3335}" srcOrd="0" destOrd="0" presId="urn:microsoft.com/office/officeart/2005/8/layout/hierarchy1"/>
    <dgm:cxn modelId="{8B331E66-FCC9-406C-B29B-0A98A16D1EED}" type="presParOf" srcId="{24F9BFB6-5AAE-408E-AD35-C9E450AF3335}" destId="{59F0AD53-20BD-4EDC-8F14-5F9031749472}" srcOrd="0" destOrd="0" presId="urn:microsoft.com/office/officeart/2005/8/layout/hierarchy1"/>
    <dgm:cxn modelId="{CC74EFCA-2346-4C3F-96EB-2E4641315515}" type="presParOf" srcId="{24F9BFB6-5AAE-408E-AD35-C9E450AF3335}" destId="{BFAE397B-12D7-4F0D-BAC5-F932BD979BA1}" srcOrd="1" destOrd="0" presId="urn:microsoft.com/office/officeart/2005/8/layout/hierarchy1"/>
    <dgm:cxn modelId="{9FD46B96-BBC9-435C-AD06-D19B94D0E85A}" type="presParOf" srcId="{876B3498-9D12-46EB-8400-6EF1C3EE1196}" destId="{C62CB6A9-98B5-4D5D-ADD3-2EEDE4891D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1E0F4-E817-4DE6-B370-9112D4EB2212}">
      <dsp:nvSpPr>
        <dsp:cNvPr id="0" name=""/>
        <dsp:cNvSpPr/>
      </dsp:nvSpPr>
      <dsp:spPr>
        <a:xfrm>
          <a:off x="0" y="163939"/>
          <a:ext cx="6316266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Reset testing</a:t>
          </a:r>
          <a:endParaRPr lang="en-US" sz="3000" kern="1200"/>
        </a:p>
      </dsp:txBody>
      <dsp:txXfrm>
        <a:off x="35125" y="199064"/>
        <a:ext cx="6246016" cy="649299"/>
      </dsp:txXfrm>
    </dsp:sp>
    <dsp:sp modelId="{2BAB17B3-F716-4BD6-AEFE-9E258A305495}">
      <dsp:nvSpPr>
        <dsp:cNvPr id="0" name=""/>
        <dsp:cNvSpPr/>
      </dsp:nvSpPr>
      <dsp:spPr>
        <a:xfrm>
          <a:off x="0" y="969889"/>
          <a:ext cx="6316266" cy="719549"/>
        </a:xfrm>
        <a:prstGeom prst="roundRect">
          <a:avLst/>
        </a:prstGeom>
        <a:solidFill>
          <a:schemeClr val="accent2">
            <a:hueOff val="-405184"/>
            <a:satOff val="-3100"/>
            <a:lumOff val="-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Write testing</a:t>
          </a:r>
          <a:endParaRPr lang="en-US" sz="3000" kern="1200"/>
        </a:p>
      </dsp:txBody>
      <dsp:txXfrm>
        <a:off x="35125" y="1005014"/>
        <a:ext cx="6246016" cy="649299"/>
      </dsp:txXfrm>
    </dsp:sp>
    <dsp:sp modelId="{29B196AB-65F6-49FC-97A4-4AA39D9DC22E}">
      <dsp:nvSpPr>
        <dsp:cNvPr id="0" name=""/>
        <dsp:cNvSpPr/>
      </dsp:nvSpPr>
      <dsp:spPr>
        <a:xfrm>
          <a:off x="0" y="1775839"/>
          <a:ext cx="6316266" cy="719549"/>
        </a:xfrm>
        <a:prstGeom prst="roundRect">
          <a:avLst/>
        </a:prstGeom>
        <a:solidFill>
          <a:schemeClr val="accent2">
            <a:hueOff val="-810369"/>
            <a:satOff val="-6200"/>
            <a:lumOff val="-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Read testing</a:t>
          </a:r>
          <a:endParaRPr lang="en-US" sz="3000" kern="1200"/>
        </a:p>
      </dsp:txBody>
      <dsp:txXfrm>
        <a:off x="35125" y="1810964"/>
        <a:ext cx="6246016" cy="649299"/>
      </dsp:txXfrm>
    </dsp:sp>
    <dsp:sp modelId="{A119842B-DFED-485A-9C5B-9C2D89594EBD}">
      <dsp:nvSpPr>
        <dsp:cNvPr id="0" name=""/>
        <dsp:cNvSpPr/>
      </dsp:nvSpPr>
      <dsp:spPr>
        <a:xfrm>
          <a:off x="0" y="2581789"/>
          <a:ext cx="6316266" cy="719549"/>
        </a:xfrm>
        <a:prstGeom prst="roundRect">
          <a:avLst/>
        </a:prstGeom>
        <a:solidFill>
          <a:schemeClr val="accent2">
            <a:hueOff val="-1215553"/>
            <a:satOff val="-9299"/>
            <a:lumOff val="-1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Non-overlapped and overlapped</a:t>
          </a:r>
          <a:endParaRPr lang="en-US" sz="3000" kern="1200"/>
        </a:p>
      </dsp:txBody>
      <dsp:txXfrm>
        <a:off x="35125" y="2616914"/>
        <a:ext cx="6246016" cy="649299"/>
      </dsp:txXfrm>
    </dsp:sp>
    <dsp:sp modelId="{B95160B6-4B47-422E-A6CB-76373D89F863}">
      <dsp:nvSpPr>
        <dsp:cNvPr id="0" name=""/>
        <dsp:cNvSpPr/>
      </dsp:nvSpPr>
      <dsp:spPr>
        <a:xfrm>
          <a:off x="0" y="3387739"/>
          <a:ext cx="6316266" cy="719549"/>
        </a:xfrm>
        <a:prstGeom prst="roundRect">
          <a:avLst/>
        </a:prstGeom>
        <a:solidFill>
          <a:schemeClr val="accent2">
            <a:hueOff val="-1620738"/>
            <a:satOff val="-12399"/>
            <a:lumOff val="-1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Wait, no wait and error response.</a:t>
          </a:r>
          <a:endParaRPr lang="en-US" sz="3000" kern="1200"/>
        </a:p>
      </dsp:txBody>
      <dsp:txXfrm>
        <a:off x="35125" y="3422864"/>
        <a:ext cx="6246016" cy="649299"/>
      </dsp:txXfrm>
    </dsp:sp>
    <dsp:sp modelId="{127E9576-7C0C-450D-95E8-77054D17AB66}">
      <dsp:nvSpPr>
        <dsp:cNvPr id="0" name=""/>
        <dsp:cNvSpPr/>
      </dsp:nvSpPr>
      <dsp:spPr>
        <a:xfrm>
          <a:off x="0" y="4193689"/>
          <a:ext cx="6316266" cy="719549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Different clocks testing</a:t>
          </a:r>
          <a:endParaRPr lang="en-US" sz="3000" kern="1200"/>
        </a:p>
      </dsp:txBody>
      <dsp:txXfrm>
        <a:off x="35125" y="4228814"/>
        <a:ext cx="6246016" cy="649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06AA8-E8E2-4498-9F23-FE1E66E42DE2}">
      <dsp:nvSpPr>
        <dsp:cNvPr id="0" name=""/>
        <dsp:cNvSpPr/>
      </dsp:nvSpPr>
      <dsp:spPr>
        <a:xfrm>
          <a:off x="0" y="100129"/>
          <a:ext cx="6316266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Agent architecture</a:t>
          </a:r>
        </a:p>
      </dsp:txBody>
      <dsp:txXfrm>
        <a:off x="26930" y="127059"/>
        <a:ext cx="6262406" cy="497795"/>
      </dsp:txXfrm>
    </dsp:sp>
    <dsp:sp modelId="{354A92AA-B4E3-484F-8C41-8597F2A53E98}">
      <dsp:nvSpPr>
        <dsp:cNvPr id="0" name=""/>
        <dsp:cNvSpPr/>
      </dsp:nvSpPr>
      <dsp:spPr>
        <a:xfrm>
          <a:off x="0" y="718024"/>
          <a:ext cx="6316266" cy="551655"/>
        </a:xfrm>
        <a:prstGeom prst="roundRect">
          <a:avLst/>
        </a:prstGeom>
        <a:solidFill>
          <a:schemeClr val="accent2">
            <a:hueOff val="-289417"/>
            <a:satOff val="-2214"/>
            <a:lumOff val="-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Agent configuration object</a:t>
          </a:r>
        </a:p>
      </dsp:txBody>
      <dsp:txXfrm>
        <a:off x="26930" y="744954"/>
        <a:ext cx="6262406" cy="497795"/>
      </dsp:txXfrm>
    </dsp:sp>
    <dsp:sp modelId="{8BF8A17E-1721-4FE2-AEDE-4856BD872EDA}">
      <dsp:nvSpPr>
        <dsp:cNvPr id="0" name=""/>
        <dsp:cNvSpPr/>
      </dsp:nvSpPr>
      <dsp:spPr>
        <a:xfrm>
          <a:off x="0" y="1335919"/>
          <a:ext cx="6316266" cy="551655"/>
        </a:xfrm>
        <a:prstGeom prst="roundRect">
          <a:avLst/>
        </a:prstGeom>
        <a:solidFill>
          <a:schemeClr val="accent2">
            <a:hueOff val="-578835"/>
            <a:satOff val="-4428"/>
            <a:lumOff val="-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Item drive</a:t>
          </a:r>
        </a:p>
      </dsp:txBody>
      <dsp:txXfrm>
        <a:off x="26930" y="1362849"/>
        <a:ext cx="6262406" cy="497795"/>
      </dsp:txXfrm>
    </dsp:sp>
    <dsp:sp modelId="{5C2BDFC1-A8F0-4745-AB12-F8301569410A}">
      <dsp:nvSpPr>
        <dsp:cNvPr id="0" name=""/>
        <dsp:cNvSpPr/>
      </dsp:nvSpPr>
      <dsp:spPr>
        <a:xfrm>
          <a:off x="0" y="1953814"/>
          <a:ext cx="6316266" cy="551655"/>
        </a:xfrm>
        <a:prstGeom prst="roundRect">
          <a:avLst/>
        </a:prstGeom>
        <a:solidFill>
          <a:schemeClr val="accent2">
            <a:hueOff val="-868252"/>
            <a:satOff val="-6642"/>
            <a:lumOff val="-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Driver logic</a:t>
          </a:r>
        </a:p>
      </dsp:txBody>
      <dsp:txXfrm>
        <a:off x="26930" y="1980744"/>
        <a:ext cx="6262406" cy="497795"/>
      </dsp:txXfrm>
    </dsp:sp>
    <dsp:sp modelId="{364765EF-0CED-43E4-BEE4-ED455F8071F1}">
      <dsp:nvSpPr>
        <dsp:cNvPr id="0" name=""/>
        <dsp:cNvSpPr/>
      </dsp:nvSpPr>
      <dsp:spPr>
        <a:xfrm>
          <a:off x="0" y="2571710"/>
          <a:ext cx="6316266" cy="551655"/>
        </a:xfrm>
        <a:prstGeom prst="roundRect">
          <a:avLst/>
        </a:prstGeom>
        <a:solidFill>
          <a:schemeClr val="accent2">
            <a:hueOff val="-1157670"/>
            <a:satOff val="-8857"/>
            <a:lumOff val="-1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Item monitor</a:t>
          </a:r>
        </a:p>
      </dsp:txBody>
      <dsp:txXfrm>
        <a:off x="26930" y="2598640"/>
        <a:ext cx="6262406" cy="497795"/>
      </dsp:txXfrm>
    </dsp:sp>
    <dsp:sp modelId="{61AB6265-4B1E-4AB3-9D54-43742772A445}">
      <dsp:nvSpPr>
        <dsp:cNvPr id="0" name=""/>
        <dsp:cNvSpPr/>
      </dsp:nvSpPr>
      <dsp:spPr>
        <a:xfrm>
          <a:off x="0" y="3189605"/>
          <a:ext cx="6316266" cy="551655"/>
        </a:xfrm>
        <a:prstGeom prst="roundRect">
          <a:avLst/>
        </a:prstGeom>
        <a:solidFill>
          <a:schemeClr val="accent2">
            <a:hueOff val="-1447087"/>
            <a:satOff val="-11071"/>
            <a:lumOff val="-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Monitor logic</a:t>
          </a:r>
        </a:p>
      </dsp:txBody>
      <dsp:txXfrm>
        <a:off x="26930" y="3216535"/>
        <a:ext cx="6262406" cy="497795"/>
      </dsp:txXfrm>
    </dsp:sp>
    <dsp:sp modelId="{B4FD3B94-4DB6-4452-9664-0AFC75B4EE96}">
      <dsp:nvSpPr>
        <dsp:cNvPr id="0" name=""/>
        <dsp:cNvSpPr/>
      </dsp:nvSpPr>
      <dsp:spPr>
        <a:xfrm>
          <a:off x="0" y="3807500"/>
          <a:ext cx="6316266" cy="551655"/>
        </a:xfrm>
        <a:prstGeom prst="roundRect">
          <a:avLst/>
        </a:prstGeom>
        <a:solidFill>
          <a:schemeClr val="accent2">
            <a:hueOff val="-1736505"/>
            <a:satOff val="-13285"/>
            <a:lumOff val="-1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Sequencer</a:t>
          </a:r>
        </a:p>
      </dsp:txBody>
      <dsp:txXfrm>
        <a:off x="26930" y="3834430"/>
        <a:ext cx="6262406" cy="497795"/>
      </dsp:txXfrm>
    </dsp:sp>
    <dsp:sp modelId="{70AC4094-0C99-4F52-B70F-AD05E581FBD3}">
      <dsp:nvSpPr>
        <dsp:cNvPr id="0" name=""/>
        <dsp:cNvSpPr/>
      </dsp:nvSpPr>
      <dsp:spPr>
        <a:xfrm>
          <a:off x="0" y="4425395"/>
          <a:ext cx="6316266" cy="551655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Coverage class</a:t>
          </a:r>
        </a:p>
      </dsp:txBody>
      <dsp:txXfrm>
        <a:off x="26930" y="4452325"/>
        <a:ext cx="6262406" cy="4977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06AA8-E8E2-4498-9F23-FE1E66E42DE2}">
      <dsp:nvSpPr>
        <dsp:cNvPr id="0" name=""/>
        <dsp:cNvSpPr/>
      </dsp:nvSpPr>
      <dsp:spPr>
        <a:xfrm>
          <a:off x="0" y="30087"/>
          <a:ext cx="6316266" cy="5036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Agent architecture</a:t>
          </a:r>
        </a:p>
      </dsp:txBody>
      <dsp:txXfrm>
        <a:off x="24588" y="54675"/>
        <a:ext cx="6267090" cy="454509"/>
      </dsp:txXfrm>
    </dsp:sp>
    <dsp:sp modelId="{354A92AA-B4E3-484F-8C41-8597F2A53E98}">
      <dsp:nvSpPr>
        <dsp:cNvPr id="0" name=""/>
        <dsp:cNvSpPr/>
      </dsp:nvSpPr>
      <dsp:spPr>
        <a:xfrm>
          <a:off x="0" y="594252"/>
          <a:ext cx="6316266" cy="503685"/>
        </a:xfrm>
        <a:prstGeom prst="roundRect">
          <a:avLst/>
        </a:prstGeom>
        <a:solidFill>
          <a:schemeClr val="accent2">
            <a:hueOff val="-253240"/>
            <a:satOff val="-1937"/>
            <a:lumOff val="-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Agent configuration object</a:t>
          </a:r>
        </a:p>
      </dsp:txBody>
      <dsp:txXfrm>
        <a:off x="24588" y="618840"/>
        <a:ext cx="6267090" cy="454509"/>
      </dsp:txXfrm>
    </dsp:sp>
    <dsp:sp modelId="{8BF8A17E-1721-4FE2-AEDE-4856BD872EDA}">
      <dsp:nvSpPr>
        <dsp:cNvPr id="0" name=""/>
        <dsp:cNvSpPr/>
      </dsp:nvSpPr>
      <dsp:spPr>
        <a:xfrm>
          <a:off x="0" y="1158417"/>
          <a:ext cx="6316266" cy="503685"/>
        </a:xfrm>
        <a:prstGeom prst="roundRect">
          <a:avLst/>
        </a:prstGeom>
        <a:solidFill>
          <a:schemeClr val="accent2">
            <a:hueOff val="-506480"/>
            <a:satOff val="-3875"/>
            <a:lumOff val="-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Item drive</a:t>
          </a:r>
        </a:p>
      </dsp:txBody>
      <dsp:txXfrm>
        <a:off x="24588" y="1183005"/>
        <a:ext cx="6267090" cy="454509"/>
      </dsp:txXfrm>
    </dsp:sp>
    <dsp:sp modelId="{5C2BDFC1-A8F0-4745-AB12-F8301569410A}">
      <dsp:nvSpPr>
        <dsp:cNvPr id="0" name=""/>
        <dsp:cNvSpPr/>
      </dsp:nvSpPr>
      <dsp:spPr>
        <a:xfrm>
          <a:off x="0" y="1722582"/>
          <a:ext cx="6316266" cy="503685"/>
        </a:xfrm>
        <a:prstGeom prst="roundRect">
          <a:avLst/>
        </a:prstGeom>
        <a:solidFill>
          <a:schemeClr val="accent2">
            <a:hueOff val="-759721"/>
            <a:satOff val="-5812"/>
            <a:lumOff val="-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Driver logic</a:t>
          </a:r>
        </a:p>
      </dsp:txBody>
      <dsp:txXfrm>
        <a:off x="24588" y="1747170"/>
        <a:ext cx="6267090" cy="454509"/>
      </dsp:txXfrm>
    </dsp:sp>
    <dsp:sp modelId="{364765EF-0CED-43E4-BEE4-ED455F8071F1}">
      <dsp:nvSpPr>
        <dsp:cNvPr id="0" name=""/>
        <dsp:cNvSpPr/>
      </dsp:nvSpPr>
      <dsp:spPr>
        <a:xfrm>
          <a:off x="0" y="2286747"/>
          <a:ext cx="6316266" cy="503685"/>
        </a:xfrm>
        <a:prstGeom prst="roundRect">
          <a:avLst/>
        </a:prstGeom>
        <a:solidFill>
          <a:schemeClr val="accent2">
            <a:hueOff val="-1012961"/>
            <a:satOff val="-7749"/>
            <a:lumOff val="-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Item monitor</a:t>
          </a:r>
        </a:p>
      </dsp:txBody>
      <dsp:txXfrm>
        <a:off x="24588" y="2311335"/>
        <a:ext cx="6267090" cy="454509"/>
      </dsp:txXfrm>
    </dsp:sp>
    <dsp:sp modelId="{61AB6265-4B1E-4AB3-9D54-43742772A445}">
      <dsp:nvSpPr>
        <dsp:cNvPr id="0" name=""/>
        <dsp:cNvSpPr/>
      </dsp:nvSpPr>
      <dsp:spPr>
        <a:xfrm>
          <a:off x="0" y="2850912"/>
          <a:ext cx="6316266" cy="503685"/>
        </a:xfrm>
        <a:prstGeom prst="roundRect">
          <a:avLst/>
        </a:prstGeom>
        <a:solidFill>
          <a:schemeClr val="accent2">
            <a:hueOff val="-1266201"/>
            <a:satOff val="-9687"/>
            <a:lumOff val="-1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Monitor logic</a:t>
          </a:r>
        </a:p>
      </dsp:txBody>
      <dsp:txXfrm>
        <a:off x="24588" y="2875500"/>
        <a:ext cx="6267090" cy="454509"/>
      </dsp:txXfrm>
    </dsp:sp>
    <dsp:sp modelId="{B4FD3B94-4DB6-4452-9664-0AFC75B4EE96}">
      <dsp:nvSpPr>
        <dsp:cNvPr id="0" name=""/>
        <dsp:cNvSpPr/>
      </dsp:nvSpPr>
      <dsp:spPr>
        <a:xfrm>
          <a:off x="0" y="3415077"/>
          <a:ext cx="6316266" cy="503685"/>
        </a:xfrm>
        <a:prstGeom prst="roundRect">
          <a:avLst/>
        </a:prstGeom>
        <a:solidFill>
          <a:schemeClr val="accent2">
            <a:hueOff val="-1519441"/>
            <a:satOff val="-11624"/>
            <a:lumOff val="-1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Sequencer</a:t>
          </a:r>
        </a:p>
      </dsp:txBody>
      <dsp:txXfrm>
        <a:off x="24588" y="3439665"/>
        <a:ext cx="6267090" cy="454509"/>
      </dsp:txXfrm>
    </dsp:sp>
    <dsp:sp modelId="{902DD8A5-DEA7-4132-8FBB-72B64EBA29B4}">
      <dsp:nvSpPr>
        <dsp:cNvPr id="0" name=""/>
        <dsp:cNvSpPr/>
      </dsp:nvSpPr>
      <dsp:spPr>
        <a:xfrm>
          <a:off x="0" y="3979242"/>
          <a:ext cx="6316266" cy="503685"/>
        </a:xfrm>
        <a:prstGeom prst="roundRect">
          <a:avLst/>
        </a:prstGeom>
        <a:solidFill>
          <a:schemeClr val="accent2">
            <a:hueOff val="-1772682"/>
            <a:satOff val="-13562"/>
            <a:lumOff val="-1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Memory</a:t>
          </a:r>
          <a:endParaRPr lang="en-US" sz="21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4588" y="4003830"/>
        <a:ext cx="6267090" cy="454509"/>
      </dsp:txXfrm>
    </dsp:sp>
    <dsp:sp modelId="{70AC4094-0C99-4F52-B70F-AD05E581FBD3}">
      <dsp:nvSpPr>
        <dsp:cNvPr id="0" name=""/>
        <dsp:cNvSpPr/>
      </dsp:nvSpPr>
      <dsp:spPr>
        <a:xfrm>
          <a:off x="0" y="4543407"/>
          <a:ext cx="6316266" cy="503685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FFFFFF"/>
              </a:solidFill>
              <a:ea typeface="+mn-ea"/>
              <a:cs typeface="+mn-cs"/>
            </a:rPr>
            <a:t>Coverage class</a:t>
          </a:r>
        </a:p>
      </dsp:txBody>
      <dsp:txXfrm>
        <a:off x="24588" y="4567995"/>
        <a:ext cx="6267090" cy="4545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06AA8-E8E2-4498-9F23-FE1E66E42DE2}">
      <dsp:nvSpPr>
        <dsp:cNvPr id="0" name=""/>
        <dsp:cNvSpPr/>
      </dsp:nvSpPr>
      <dsp:spPr>
        <a:xfrm>
          <a:off x="0" y="100129"/>
          <a:ext cx="6316266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Approach</a:t>
          </a:r>
        </a:p>
      </dsp:txBody>
      <dsp:txXfrm>
        <a:off x="26930" y="127059"/>
        <a:ext cx="6262406" cy="497795"/>
      </dsp:txXfrm>
    </dsp:sp>
    <dsp:sp modelId="{354A92AA-B4E3-484F-8C41-8597F2A53E98}">
      <dsp:nvSpPr>
        <dsp:cNvPr id="0" name=""/>
        <dsp:cNvSpPr/>
      </dsp:nvSpPr>
      <dsp:spPr>
        <a:xfrm>
          <a:off x="0" y="718024"/>
          <a:ext cx="6316266" cy="551655"/>
        </a:xfrm>
        <a:prstGeom prst="roundRect">
          <a:avLst/>
        </a:prstGeom>
        <a:solidFill>
          <a:schemeClr val="accent2">
            <a:hueOff val="-289417"/>
            <a:satOff val="-2214"/>
            <a:lumOff val="-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Architecture</a:t>
          </a:r>
        </a:p>
      </dsp:txBody>
      <dsp:txXfrm>
        <a:off x="26930" y="744954"/>
        <a:ext cx="6262406" cy="497795"/>
      </dsp:txXfrm>
    </dsp:sp>
    <dsp:sp modelId="{8BF8A17E-1721-4FE2-AEDE-4856BD872EDA}">
      <dsp:nvSpPr>
        <dsp:cNvPr id="0" name=""/>
        <dsp:cNvSpPr/>
      </dsp:nvSpPr>
      <dsp:spPr>
        <a:xfrm>
          <a:off x="0" y="1335919"/>
          <a:ext cx="6316266" cy="551655"/>
        </a:xfrm>
        <a:prstGeom prst="roundRect">
          <a:avLst/>
        </a:prstGeom>
        <a:solidFill>
          <a:schemeClr val="accent2">
            <a:hueOff val="-578835"/>
            <a:satOff val="-4428"/>
            <a:lumOff val="-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Item movement</a:t>
          </a:r>
        </a:p>
      </dsp:txBody>
      <dsp:txXfrm>
        <a:off x="26930" y="1362849"/>
        <a:ext cx="6262406" cy="497795"/>
      </dsp:txXfrm>
    </dsp:sp>
    <dsp:sp modelId="{5C2BDFC1-A8F0-4745-AB12-F8301569410A}">
      <dsp:nvSpPr>
        <dsp:cNvPr id="0" name=""/>
        <dsp:cNvSpPr/>
      </dsp:nvSpPr>
      <dsp:spPr>
        <a:xfrm>
          <a:off x="0" y="1953814"/>
          <a:ext cx="6316266" cy="551655"/>
        </a:xfrm>
        <a:prstGeom prst="roundRect">
          <a:avLst/>
        </a:prstGeom>
        <a:solidFill>
          <a:schemeClr val="accent2">
            <a:hueOff val="-868252"/>
            <a:satOff val="-6642"/>
            <a:lumOff val="-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Predictors</a:t>
          </a:r>
        </a:p>
      </dsp:txBody>
      <dsp:txXfrm>
        <a:off x="26930" y="1980744"/>
        <a:ext cx="6262406" cy="497795"/>
      </dsp:txXfrm>
    </dsp:sp>
    <dsp:sp modelId="{364765EF-0CED-43E4-BEE4-ED455F8071F1}">
      <dsp:nvSpPr>
        <dsp:cNvPr id="0" name=""/>
        <dsp:cNvSpPr/>
      </dsp:nvSpPr>
      <dsp:spPr>
        <a:xfrm>
          <a:off x="0" y="2571710"/>
          <a:ext cx="6316266" cy="551655"/>
        </a:xfrm>
        <a:prstGeom prst="roundRect">
          <a:avLst/>
        </a:prstGeom>
        <a:solidFill>
          <a:schemeClr val="accent2">
            <a:hueOff val="-1157670"/>
            <a:satOff val="-8857"/>
            <a:lumOff val="-1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Filters</a:t>
          </a:r>
        </a:p>
      </dsp:txBody>
      <dsp:txXfrm>
        <a:off x="26930" y="2598640"/>
        <a:ext cx="6262406" cy="497795"/>
      </dsp:txXfrm>
    </dsp:sp>
    <dsp:sp modelId="{61AB6265-4B1E-4AB3-9D54-43742772A445}">
      <dsp:nvSpPr>
        <dsp:cNvPr id="0" name=""/>
        <dsp:cNvSpPr/>
      </dsp:nvSpPr>
      <dsp:spPr>
        <a:xfrm>
          <a:off x="0" y="3189605"/>
          <a:ext cx="6316266" cy="551655"/>
        </a:xfrm>
        <a:prstGeom prst="roundRect">
          <a:avLst/>
        </a:prstGeom>
        <a:solidFill>
          <a:schemeClr val="accent2">
            <a:hueOff val="-1447087"/>
            <a:satOff val="-11071"/>
            <a:lumOff val="-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Comparator</a:t>
          </a:r>
        </a:p>
      </dsp:txBody>
      <dsp:txXfrm>
        <a:off x="26930" y="3216535"/>
        <a:ext cx="6262406" cy="497795"/>
      </dsp:txXfrm>
    </dsp:sp>
    <dsp:sp modelId="{B4FD3B94-4DB6-4452-9664-0AFC75B4EE96}">
      <dsp:nvSpPr>
        <dsp:cNvPr id="0" name=""/>
        <dsp:cNvSpPr/>
      </dsp:nvSpPr>
      <dsp:spPr>
        <a:xfrm>
          <a:off x="0" y="3807500"/>
          <a:ext cx="6316266" cy="551655"/>
        </a:xfrm>
        <a:prstGeom prst="roundRect">
          <a:avLst/>
        </a:prstGeom>
        <a:solidFill>
          <a:schemeClr val="accent2">
            <a:hueOff val="-1736505"/>
            <a:satOff val="-13285"/>
            <a:lumOff val="-1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Example</a:t>
          </a:r>
        </a:p>
      </dsp:txBody>
      <dsp:txXfrm>
        <a:off x="26930" y="3834430"/>
        <a:ext cx="6262406" cy="497795"/>
      </dsp:txXfrm>
    </dsp:sp>
    <dsp:sp modelId="{70AC4094-0C99-4F52-B70F-AD05E581FBD3}">
      <dsp:nvSpPr>
        <dsp:cNvPr id="0" name=""/>
        <dsp:cNvSpPr/>
      </dsp:nvSpPr>
      <dsp:spPr>
        <a:xfrm>
          <a:off x="0" y="4425395"/>
          <a:ext cx="6316266" cy="551655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Reset handle</a:t>
          </a:r>
        </a:p>
      </dsp:txBody>
      <dsp:txXfrm>
        <a:off x="26930" y="4452325"/>
        <a:ext cx="6262406" cy="4977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A92AA-B4E3-484F-8C41-8597F2A53E98}">
      <dsp:nvSpPr>
        <dsp:cNvPr id="0" name=""/>
        <dsp:cNvSpPr/>
      </dsp:nvSpPr>
      <dsp:spPr>
        <a:xfrm>
          <a:off x="0" y="401427"/>
          <a:ext cx="6316266" cy="13191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APB assertions</a:t>
          </a:r>
        </a:p>
      </dsp:txBody>
      <dsp:txXfrm>
        <a:off x="64397" y="465824"/>
        <a:ext cx="6187472" cy="1190381"/>
      </dsp:txXfrm>
    </dsp:sp>
    <dsp:sp modelId="{8BF8A17E-1721-4FE2-AEDE-4856BD872EDA}">
      <dsp:nvSpPr>
        <dsp:cNvPr id="0" name=""/>
        <dsp:cNvSpPr/>
      </dsp:nvSpPr>
      <dsp:spPr>
        <a:xfrm>
          <a:off x="0" y="1879002"/>
          <a:ext cx="6316266" cy="1319175"/>
        </a:xfrm>
        <a:prstGeom prst="roundRect">
          <a:avLst/>
        </a:prstGeom>
        <a:solidFill>
          <a:schemeClr val="accent2">
            <a:hueOff val="-1012961"/>
            <a:satOff val="-7749"/>
            <a:lumOff val="-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AHB assertions</a:t>
          </a:r>
        </a:p>
      </dsp:txBody>
      <dsp:txXfrm>
        <a:off x="64397" y="1943399"/>
        <a:ext cx="6187472" cy="1190381"/>
      </dsp:txXfrm>
    </dsp:sp>
    <dsp:sp modelId="{5C2BDFC1-A8F0-4745-AB12-F8301569410A}">
      <dsp:nvSpPr>
        <dsp:cNvPr id="0" name=""/>
        <dsp:cNvSpPr/>
      </dsp:nvSpPr>
      <dsp:spPr>
        <a:xfrm>
          <a:off x="0" y="3356577"/>
          <a:ext cx="6316266" cy="1319175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Bridge assertions</a:t>
          </a:r>
        </a:p>
      </dsp:txBody>
      <dsp:txXfrm>
        <a:off x="64397" y="3420974"/>
        <a:ext cx="6187472" cy="11903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7DCEF-32D4-4866-B064-D8076721CD58}">
      <dsp:nvSpPr>
        <dsp:cNvPr id="0" name=""/>
        <dsp:cNvSpPr/>
      </dsp:nvSpPr>
      <dsp:spPr>
        <a:xfrm>
          <a:off x="0" y="865309"/>
          <a:ext cx="6316266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Sampling one time at </a:t>
          </a:r>
          <a:r>
            <a:rPr lang="en-US" sz="3200" kern="1200" err="1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item_end</a:t>
          </a:r>
        </a:p>
      </dsp:txBody>
      <dsp:txXfrm>
        <a:off x="37467" y="902776"/>
        <a:ext cx="6241332" cy="692586"/>
      </dsp:txXfrm>
    </dsp:sp>
    <dsp:sp modelId="{FFF1E0F4-E817-4DE6-B370-9112D4EB2212}">
      <dsp:nvSpPr>
        <dsp:cNvPr id="0" name=""/>
        <dsp:cNvSpPr/>
      </dsp:nvSpPr>
      <dsp:spPr>
        <a:xfrm>
          <a:off x="0" y="1724989"/>
          <a:ext cx="6316266" cy="767520"/>
        </a:xfrm>
        <a:prstGeom prst="roundRect">
          <a:avLst/>
        </a:prstGeom>
        <a:solidFill>
          <a:schemeClr val="accent2">
            <a:hueOff val="-675307"/>
            <a:satOff val="-5166"/>
            <a:lumOff val="-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Reset during access coverage</a:t>
          </a:r>
          <a:endParaRPr lang="en-US" sz="32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37467" y="1762456"/>
        <a:ext cx="6241332" cy="692586"/>
      </dsp:txXfrm>
    </dsp:sp>
    <dsp:sp modelId="{2BAB17B3-F716-4BD6-AEFE-9E258A305495}">
      <dsp:nvSpPr>
        <dsp:cNvPr id="0" name=""/>
        <dsp:cNvSpPr/>
      </dsp:nvSpPr>
      <dsp:spPr>
        <a:xfrm>
          <a:off x="0" y="2584670"/>
          <a:ext cx="6316266" cy="767520"/>
        </a:xfrm>
        <a:prstGeom prst="roundRect">
          <a:avLst/>
        </a:prstGeom>
        <a:solidFill>
          <a:schemeClr val="accent2">
            <a:hueOff val="-1350615"/>
            <a:satOff val="-10333"/>
            <a:lumOff val="-1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AHB coverage</a:t>
          </a:r>
          <a:endParaRPr lang="en-US" sz="32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37467" y="2622137"/>
        <a:ext cx="6241332" cy="692586"/>
      </dsp:txXfrm>
    </dsp:sp>
    <dsp:sp modelId="{29B196AB-65F6-49FC-97A4-4AA39D9DC22E}">
      <dsp:nvSpPr>
        <dsp:cNvPr id="0" name=""/>
        <dsp:cNvSpPr/>
      </dsp:nvSpPr>
      <dsp:spPr>
        <a:xfrm>
          <a:off x="0" y="3444350"/>
          <a:ext cx="6316266" cy="767520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APB</a:t>
          </a:r>
          <a:r>
            <a:rPr lang="en-US" sz="3200" kern="1200">
              <a:solidFill>
                <a:srgbClr val="FFFFFF"/>
              </a:solidFill>
              <a:latin typeface="Neue Haas Grotesk Text Pro"/>
              <a:ea typeface="+mn-ea"/>
              <a:cs typeface="+mn-cs"/>
            </a:rPr>
            <a:t> coverage</a:t>
          </a:r>
          <a:endParaRPr lang="en-US" sz="32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37467" y="3481817"/>
        <a:ext cx="6241332" cy="6925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C698F-77ED-4CD8-AB24-2DE12BE19D26}">
      <dsp:nvSpPr>
        <dsp:cNvPr id="0" name=""/>
        <dsp:cNvSpPr/>
      </dsp:nvSpPr>
      <dsp:spPr>
        <a:xfrm>
          <a:off x="2768203" y="1936056"/>
          <a:ext cx="1964531" cy="4674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566"/>
              </a:lnTo>
              <a:lnTo>
                <a:pt x="1964531" y="318566"/>
              </a:lnTo>
              <a:lnTo>
                <a:pt x="1964531" y="4674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8BCDE-8FE3-44C4-B9D0-64BD87ADFAA7}">
      <dsp:nvSpPr>
        <dsp:cNvPr id="0" name=""/>
        <dsp:cNvSpPr/>
      </dsp:nvSpPr>
      <dsp:spPr>
        <a:xfrm>
          <a:off x="2722483" y="1936056"/>
          <a:ext cx="91440" cy="4674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4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BE454-5328-4737-8861-E031CB2D1D16}">
      <dsp:nvSpPr>
        <dsp:cNvPr id="0" name=""/>
        <dsp:cNvSpPr/>
      </dsp:nvSpPr>
      <dsp:spPr>
        <a:xfrm>
          <a:off x="803671" y="1936056"/>
          <a:ext cx="1964531" cy="467469"/>
        </a:xfrm>
        <a:custGeom>
          <a:avLst/>
          <a:gdLst/>
          <a:ahLst/>
          <a:cxnLst/>
          <a:rect l="0" t="0" r="0" b="0"/>
          <a:pathLst>
            <a:path>
              <a:moveTo>
                <a:pt x="1964531" y="0"/>
              </a:moveTo>
              <a:lnTo>
                <a:pt x="1964531" y="318566"/>
              </a:lnTo>
              <a:lnTo>
                <a:pt x="0" y="318566"/>
              </a:lnTo>
              <a:lnTo>
                <a:pt x="0" y="4674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3FF5B7-5A0F-46D7-A82C-56828E5C097A}">
      <dsp:nvSpPr>
        <dsp:cNvPr id="0" name=""/>
        <dsp:cNvSpPr/>
      </dsp:nvSpPr>
      <dsp:spPr>
        <a:xfrm>
          <a:off x="1964531" y="915393"/>
          <a:ext cx="1607343" cy="1020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DD429-8378-4715-8F05-4E0833906070}">
      <dsp:nvSpPr>
        <dsp:cNvPr id="0" name=""/>
        <dsp:cNvSpPr/>
      </dsp:nvSpPr>
      <dsp:spPr>
        <a:xfrm>
          <a:off x="2143125" y="1085057"/>
          <a:ext cx="1607343" cy="102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Neue Haas Grotesk Text Pro"/>
              <a:ea typeface="+mn-ea"/>
              <a:cs typeface="+mn-cs"/>
            </a:rPr>
            <a:t>Base virtual sequence</a:t>
          </a:r>
          <a:endParaRPr lang="en-US" sz="2000" kern="1200">
            <a:ea typeface="+mn-ea"/>
            <a:cs typeface="+mn-cs"/>
          </a:endParaRPr>
        </a:p>
      </dsp:txBody>
      <dsp:txXfrm>
        <a:off x="2173019" y="1114951"/>
        <a:ext cx="1547555" cy="960875"/>
      </dsp:txXfrm>
    </dsp:sp>
    <dsp:sp modelId="{0C659DE8-85DF-41E8-8E28-56A731CE797E}">
      <dsp:nvSpPr>
        <dsp:cNvPr id="0" name=""/>
        <dsp:cNvSpPr/>
      </dsp:nvSpPr>
      <dsp:spPr>
        <a:xfrm>
          <a:off x="0" y="2403526"/>
          <a:ext cx="1607343" cy="1020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93846-5359-420C-B5D0-50C1E6C6490B}">
      <dsp:nvSpPr>
        <dsp:cNvPr id="0" name=""/>
        <dsp:cNvSpPr/>
      </dsp:nvSpPr>
      <dsp:spPr>
        <a:xfrm>
          <a:off x="178593" y="2573190"/>
          <a:ext cx="1607343" cy="102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Neue Haas Grotesk Text Pro"/>
              <a:ea typeface="+mn-ea"/>
              <a:cs typeface="+mn-cs"/>
            </a:rPr>
            <a:t>Virtual sequence 1</a:t>
          </a:r>
          <a:endParaRPr lang="en-US" sz="2000" kern="1200">
            <a:ea typeface="+mn-ea"/>
            <a:cs typeface="+mn-cs"/>
          </a:endParaRPr>
        </a:p>
      </dsp:txBody>
      <dsp:txXfrm>
        <a:off x="208487" y="2603084"/>
        <a:ext cx="1547555" cy="960875"/>
      </dsp:txXfrm>
    </dsp:sp>
    <dsp:sp modelId="{646FE40C-C30A-456C-A312-121AC517A65C}">
      <dsp:nvSpPr>
        <dsp:cNvPr id="0" name=""/>
        <dsp:cNvSpPr/>
      </dsp:nvSpPr>
      <dsp:spPr>
        <a:xfrm>
          <a:off x="1964531" y="2403526"/>
          <a:ext cx="1607343" cy="1020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D4D8C-26F6-4334-B391-4663B45D6212}">
      <dsp:nvSpPr>
        <dsp:cNvPr id="0" name=""/>
        <dsp:cNvSpPr/>
      </dsp:nvSpPr>
      <dsp:spPr>
        <a:xfrm>
          <a:off x="2143125" y="2573190"/>
          <a:ext cx="1607343" cy="102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Neue Haas Grotesk Text Pro"/>
              <a:ea typeface="+mn-ea"/>
              <a:cs typeface="+mn-cs"/>
            </a:rPr>
            <a:t>Virtual sequence 2</a:t>
          </a:r>
          <a:endParaRPr lang="en-US" sz="2000" kern="1200">
            <a:ea typeface="+mn-ea"/>
            <a:cs typeface="+mn-cs"/>
          </a:endParaRPr>
        </a:p>
      </dsp:txBody>
      <dsp:txXfrm>
        <a:off x="2173019" y="2603084"/>
        <a:ext cx="1547555" cy="960875"/>
      </dsp:txXfrm>
    </dsp:sp>
    <dsp:sp modelId="{4D5A1FBB-BDFB-4996-A36A-722E6F878D9E}">
      <dsp:nvSpPr>
        <dsp:cNvPr id="0" name=""/>
        <dsp:cNvSpPr/>
      </dsp:nvSpPr>
      <dsp:spPr>
        <a:xfrm>
          <a:off x="3929062" y="2403526"/>
          <a:ext cx="1607343" cy="1020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79BB5-25E2-4989-900A-C03F8AB90EC6}">
      <dsp:nvSpPr>
        <dsp:cNvPr id="0" name=""/>
        <dsp:cNvSpPr/>
      </dsp:nvSpPr>
      <dsp:spPr>
        <a:xfrm>
          <a:off x="4107656" y="2573190"/>
          <a:ext cx="1607343" cy="102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Neue Haas Grotesk Text Pro"/>
              <a:ea typeface="+mn-ea"/>
              <a:cs typeface="+mn-cs"/>
            </a:rPr>
            <a:t>Virtual sequence n</a:t>
          </a:r>
        </a:p>
      </dsp:txBody>
      <dsp:txXfrm>
        <a:off x="4137550" y="2603084"/>
        <a:ext cx="1547555" cy="9608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32AE7-E2B3-46E0-B5DB-BFF3039DC836}">
      <dsp:nvSpPr>
        <dsp:cNvPr id="0" name=""/>
        <dsp:cNvSpPr/>
      </dsp:nvSpPr>
      <dsp:spPr>
        <a:xfrm>
          <a:off x="3002" y="83503"/>
          <a:ext cx="2382274" cy="1429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>
              <a:latin typeface="Neue Haas Grotesk Text Pro"/>
            </a:rPr>
            <a:t>Non-overlapped write + </a:t>
          </a:r>
          <a:r>
            <a:rPr lang="en-US" sz="2300" kern="1200" dirty="0">
              <a:latin typeface="Neue Haas Grotesk Text Pro"/>
            </a:rPr>
            <a:t>no wait okay response</a:t>
          </a:r>
        </a:p>
      </dsp:txBody>
      <dsp:txXfrm>
        <a:off x="3002" y="83503"/>
        <a:ext cx="2382274" cy="1429364"/>
      </dsp:txXfrm>
    </dsp:sp>
    <dsp:sp modelId="{29562127-2BF6-4C69-89F6-69E52222549B}">
      <dsp:nvSpPr>
        <dsp:cNvPr id="0" name=""/>
        <dsp:cNvSpPr/>
      </dsp:nvSpPr>
      <dsp:spPr>
        <a:xfrm>
          <a:off x="2623505" y="83503"/>
          <a:ext cx="2382274" cy="14293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Neue Haas Grotesk Text Pro"/>
            </a:rPr>
            <a:t>Non-overlapped write + wait okay response</a:t>
          </a:r>
        </a:p>
      </dsp:txBody>
      <dsp:txXfrm>
        <a:off x="2623505" y="83503"/>
        <a:ext cx="2382274" cy="1429364"/>
      </dsp:txXfrm>
    </dsp:sp>
    <dsp:sp modelId="{4222DE56-0B54-4014-8A3C-08A1F434DFEC}">
      <dsp:nvSpPr>
        <dsp:cNvPr id="0" name=""/>
        <dsp:cNvSpPr/>
      </dsp:nvSpPr>
      <dsp:spPr>
        <a:xfrm>
          <a:off x="5244007" y="83503"/>
          <a:ext cx="2382274" cy="14293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>
              <a:latin typeface="Neue Haas Grotesk Text Pro"/>
            </a:rPr>
            <a:t>Overlapped write + wait okay response</a:t>
          </a:r>
        </a:p>
      </dsp:txBody>
      <dsp:txXfrm>
        <a:off x="5244007" y="83503"/>
        <a:ext cx="2382274" cy="1429364"/>
      </dsp:txXfrm>
    </dsp:sp>
    <dsp:sp modelId="{C53181E5-50AB-46C0-AC90-BC108428C1DF}">
      <dsp:nvSpPr>
        <dsp:cNvPr id="0" name=""/>
        <dsp:cNvSpPr/>
      </dsp:nvSpPr>
      <dsp:spPr>
        <a:xfrm>
          <a:off x="7864509" y="83503"/>
          <a:ext cx="2382274" cy="14293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>
              <a:latin typeface="Neue Haas Grotesk Text Pro"/>
            </a:rPr>
            <a:t>Non-overlapped read + no wait okay response</a:t>
          </a:r>
        </a:p>
      </dsp:txBody>
      <dsp:txXfrm>
        <a:off x="7864509" y="83503"/>
        <a:ext cx="2382274" cy="1429364"/>
      </dsp:txXfrm>
    </dsp:sp>
    <dsp:sp modelId="{ADC2B8BB-8EAD-46B6-924A-17A20DC65CDA}">
      <dsp:nvSpPr>
        <dsp:cNvPr id="0" name=""/>
        <dsp:cNvSpPr/>
      </dsp:nvSpPr>
      <dsp:spPr>
        <a:xfrm>
          <a:off x="3002" y="1751095"/>
          <a:ext cx="2382274" cy="14293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Non-overlapped </a:t>
          </a:r>
          <a:r>
            <a:rPr lang="en-US" sz="2300" b="0" i="0" kern="1200">
              <a:latin typeface="Neue Haas Grotesk Text Pro"/>
            </a:rPr>
            <a:t>read + wait okay response</a:t>
          </a:r>
        </a:p>
      </dsp:txBody>
      <dsp:txXfrm>
        <a:off x="3002" y="1751095"/>
        <a:ext cx="2382274" cy="1429364"/>
      </dsp:txXfrm>
    </dsp:sp>
    <dsp:sp modelId="{142970C3-F6D5-40BC-9ED3-48A839D022B6}">
      <dsp:nvSpPr>
        <dsp:cNvPr id="0" name=""/>
        <dsp:cNvSpPr/>
      </dsp:nvSpPr>
      <dsp:spPr>
        <a:xfrm>
          <a:off x="2623505" y="1751095"/>
          <a:ext cx="2382274" cy="1429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>
              <a:latin typeface="Neue Haas Grotesk Text Pro"/>
            </a:rPr>
            <a:t>Overlapped read + </a:t>
          </a:r>
          <a:r>
            <a:rPr lang="en-US" sz="2300" b="0" i="0" kern="1200"/>
            <a:t>wait </a:t>
          </a:r>
          <a:r>
            <a:rPr lang="en-US" sz="2300" b="0" i="0" kern="1200">
              <a:latin typeface="Neue Haas Grotesk Text Pro"/>
            </a:rPr>
            <a:t>okay </a:t>
          </a:r>
          <a:r>
            <a:rPr lang="en-US" sz="2300" b="0" i="0" kern="1200"/>
            <a:t>response</a:t>
          </a:r>
          <a:endParaRPr lang="en-US" sz="2300" b="0" i="0" kern="1200">
            <a:latin typeface="Neue Haas Grotesk Text Pro"/>
          </a:endParaRPr>
        </a:p>
      </dsp:txBody>
      <dsp:txXfrm>
        <a:off x="2623505" y="1751095"/>
        <a:ext cx="2382274" cy="1429364"/>
      </dsp:txXfrm>
    </dsp:sp>
    <dsp:sp modelId="{0CC6C953-594E-42B8-9F80-BDC7F530F853}">
      <dsp:nvSpPr>
        <dsp:cNvPr id="0" name=""/>
        <dsp:cNvSpPr/>
      </dsp:nvSpPr>
      <dsp:spPr>
        <a:xfrm>
          <a:off x="5244007" y="1751095"/>
          <a:ext cx="2382274" cy="14293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Neue Haas Grotesk Text Pro"/>
            </a:rPr>
            <a:t>Write and read + wait okay response</a:t>
          </a:r>
        </a:p>
      </dsp:txBody>
      <dsp:txXfrm>
        <a:off x="5244007" y="1751095"/>
        <a:ext cx="2382274" cy="1429364"/>
      </dsp:txXfrm>
    </dsp:sp>
    <dsp:sp modelId="{AA94F879-19ED-4A7C-85E8-2EFA59448112}">
      <dsp:nvSpPr>
        <dsp:cNvPr id="0" name=""/>
        <dsp:cNvSpPr/>
      </dsp:nvSpPr>
      <dsp:spPr>
        <a:xfrm>
          <a:off x="7864509" y="1751095"/>
          <a:ext cx="2382274" cy="14293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Neue Haas Grotesk Text Pro"/>
            </a:rPr>
            <a:t>Write and read + wait okay and error response</a:t>
          </a:r>
        </a:p>
      </dsp:txBody>
      <dsp:txXfrm>
        <a:off x="7864509" y="1751095"/>
        <a:ext cx="2382274" cy="14293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A702B3-F0BA-4DD0-8755-CD1E226097FF}">
      <dsp:nvSpPr>
        <dsp:cNvPr id="0" name=""/>
        <dsp:cNvSpPr/>
      </dsp:nvSpPr>
      <dsp:spPr>
        <a:xfrm>
          <a:off x="1108" y="1912477"/>
          <a:ext cx="1468703" cy="14687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AHB sequence</a:t>
          </a:r>
          <a:endParaRPr lang="en-US" sz="1700" kern="1200"/>
        </a:p>
      </dsp:txBody>
      <dsp:txXfrm>
        <a:off x="216195" y="2127564"/>
        <a:ext cx="1038529" cy="1038529"/>
      </dsp:txXfrm>
    </dsp:sp>
    <dsp:sp modelId="{F9FDD802-65EB-4FA2-ABE9-AF2CFB4AE94E}">
      <dsp:nvSpPr>
        <dsp:cNvPr id="0" name=""/>
        <dsp:cNvSpPr/>
      </dsp:nvSpPr>
      <dsp:spPr>
        <a:xfrm>
          <a:off x="1589070" y="2220904"/>
          <a:ext cx="851848" cy="851848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01982" y="2546651"/>
        <a:ext cx="626024" cy="200354"/>
      </dsp:txXfrm>
    </dsp:sp>
    <dsp:sp modelId="{8577BD67-7581-43EA-85AD-5D51DC4A2759}">
      <dsp:nvSpPr>
        <dsp:cNvPr id="0" name=""/>
        <dsp:cNvSpPr/>
      </dsp:nvSpPr>
      <dsp:spPr>
        <a:xfrm>
          <a:off x="2560177" y="1912477"/>
          <a:ext cx="1468703" cy="14687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APB sequence</a:t>
          </a:r>
          <a:endParaRPr lang="en-US" sz="1700" kern="1200"/>
        </a:p>
      </dsp:txBody>
      <dsp:txXfrm>
        <a:off x="2775264" y="2127564"/>
        <a:ext cx="1038529" cy="1038529"/>
      </dsp:txXfrm>
    </dsp:sp>
    <dsp:sp modelId="{CA649B6C-20EC-489D-986E-038F2A640C04}">
      <dsp:nvSpPr>
        <dsp:cNvPr id="0" name=""/>
        <dsp:cNvSpPr/>
      </dsp:nvSpPr>
      <dsp:spPr>
        <a:xfrm>
          <a:off x="4148139" y="2220904"/>
          <a:ext cx="851848" cy="851848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261051" y="2396385"/>
        <a:ext cx="626024" cy="500886"/>
      </dsp:txXfrm>
    </dsp:sp>
    <dsp:sp modelId="{A909F9BE-A332-46BF-BE78-F45E5E1F0332}">
      <dsp:nvSpPr>
        <dsp:cNvPr id="0" name=""/>
        <dsp:cNvSpPr/>
      </dsp:nvSpPr>
      <dsp:spPr>
        <a:xfrm>
          <a:off x="5119246" y="1912477"/>
          <a:ext cx="1468703" cy="14687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Virtual sequence</a:t>
          </a:r>
          <a:endParaRPr lang="en-US" sz="1700" kern="1200"/>
        </a:p>
      </dsp:txBody>
      <dsp:txXfrm>
        <a:off x="5334333" y="2127564"/>
        <a:ext cx="1038529" cy="103852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A702B3-F0BA-4DD0-8755-CD1E226097FF}">
      <dsp:nvSpPr>
        <dsp:cNvPr id="0" name=""/>
        <dsp:cNvSpPr/>
      </dsp:nvSpPr>
      <dsp:spPr>
        <a:xfrm>
          <a:off x="4709" y="2631299"/>
          <a:ext cx="1308527" cy="13085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Neue Haas Grotesk Text Pro"/>
            </a:rPr>
            <a:t>AHB sequence</a:t>
          </a:r>
          <a:endParaRPr lang="en-US" sz="1500" kern="1200"/>
        </a:p>
      </dsp:txBody>
      <dsp:txXfrm>
        <a:off x="196338" y="2822928"/>
        <a:ext cx="925269" cy="925269"/>
      </dsp:txXfrm>
    </dsp:sp>
    <dsp:sp modelId="{F9FDD802-65EB-4FA2-ABE9-AF2CFB4AE94E}">
      <dsp:nvSpPr>
        <dsp:cNvPr id="0" name=""/>
        <dsp:cNvSpPr/>
      </dsp:nvSpPr>
      <dsp:spPr>
        <a:xfrm>
          <a:off x="1419489" y="2906090"/>
          <a:ext cx="758945" cy="75894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520087" y="3196311"/>
        <a:ext cx="557749" cy="178503"/>
      </dsp:txXfrm>
    </dsp:sp>
    <dsp:sp modelId="{8577BD67-7581-43EA-85AD-5D51DC4A2759}">
      <dsp:nvSpPr>
        <dsp:cNvPr id="0" name=""/>
        <dsp:cNvSpPr/>
      </dsp:nvSpPr>
      <dsp:spPr>
        <a:xfrm>
          <a:off x="2284687" y="2631299"/>
          <a:ext cx="1308527" cy="13085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Neue Haas Grotesk Text Pro"/>
            </a:rPr>
            <a:t>APB sequence</a:t>
          </a:r>
          <a:endParaRPr lang="en-US" sz="1500" kern="1200"/>
        </a:p>
      </dsp:txBody>
      <dsp:txXfrm>
        <a:off x="2476316" y="2822928"/>
        <a:ext cx="925269" cy="925269"/>
      </dsp:txXfrm>
    </dsp:sp>
    <dsp:sp modelId="{CA649B6C-20EC-489D-986E-038F2A640C04}">
      <dsp:nvSpPr>
        <dsp:cNvPr id="0" name=""/>
        <dsp:cNvSpPr/>
      </dsp:nvSpPr>
      <dsp:spPr>
        <a:xfrm>
          <a:off x="3699467" y="2906090"/>
          <a:ext cx="758945" cy="75894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800065" y="3196311"/>
        <a:ext cx="557749" cy="178503"/>
      </dsp:txXfrm>
    </dsp:sp>
    <dsp:sp modelId="{C99B5D66-F9F0-4EF5-B437-D2D4F0A00B17}">
      <dsp:nvSpPr>
        <dsp:cNvPr id="0" name=""/>
        <dsp:cNvSpPr/>
      </dsp:nvSpPr>
      <dsp:spPr>
        <a:xfrm>
          <a:off x="4564665" y="2631299"/>
          <a:ext cx="1308527" cy="13085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Neue Haas Grotesk Text Pro"/>
            </a:rPr>
            <a:t>Num_iter</a:t>
          </a:r>
        </a:p>
      </dsp:txBody>
      <dsp:txXfrm>
        <a:off x="4756294" y="2822928"/>
        <a:ext cx="925269" cy="925269"/>
      </dsp:txXfrm>
    </dsp:sp>
    <dsp:sp modelId="{5911F66C-4A34-4F70-B113-64C344E8CFBC}">
      <dsp:nvSpPr>
        <dsp:cNvPr id="0" name=""/>
        <dsp:cNvSpPr/>
      </dsp:nvSpPr>
      <dsp:spPr>
        <a:xfrm>
          <a:off x="5979445" y="2906090"/>
          <a:ext cx="758945" cy="758945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080043" y="3062433"/>
        <a:ext cx="557749" cy="446259"/>
      </dsp:txXfrm>
    </dsp:sp>
    <dsp:sp modelId="{A909F9BE-A332-46BF-BE78-F45E5E1F0332}">
      <dsp:nvSpPr>
        <dsp:cNvPr id="0" name=""/>
        <dsp:cNvSpPr/>
      </dsp:nvSpPr>
      <dsp:spPr>
        <a:xfrm>
          <a:off x="6844643" y="2631299"/>
          <a:ext cx="1308527" cy="13085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Neue Haas Grotesk Text Pro"/>
            </a:rPr>
            <a:t>Param. Virtual sequence</a:t>
          </a:r>
          <a:endParaRPr lang="en-US" sz="1500" kern="1200"/>
        </a:p>
      </dsp:txBody>
      <dsp:txXfrm>
        <a:off x="7036272" y="2822928"/>
        <a:ext cx="925269" cy="9252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75695-5E30-4961-91CB-9C0A02B23435}">
      <dsp:nvSpPr>
        <dsp:cNvPr id="0" name=""/>
        <dsp:cNvSpPr/>
      </dsp:nvSpPr>
      <dsp:spPr>
        <a:xfrm>
          <a:off x="2741553" y="2780372"/>
          <a:ext cx="91440" cy="5179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79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E6AD5-B5CB-4542-A1C5-74C4897D2BB3}">
      <dsp:nvSpPr>
        <dsp:cNvPr id="0" name=""/>
        <dsp:cNvSpPr/>
      </dsp:nvSpPr>
      <dsp:spPr>
        <a:xfrm>
          <a:off x="2741553" y="1131679"/>
          <a:ext cx="91440" cy="5179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79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FA3040-EF68-4C41-87CB-A4490CC84EDD}">
      <dsp:nvSpPr>
        <dsp:cNvPr id="0" name=""/>
        <dsp:cNvSpPr/>
      </dsp:nvSpPr>
      <dsp:spPr>
        <a:xfrm>
          <a:off x="1896890" y="893"/>
          <a:ext cx="1780765" cy="11307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2407F-A534-4DF8-A7C7-FC79F5C94563}">
      <dsp:nvSpPr>
        <dsp:cNvPr id="0" name=""/>
        <dsp:cNvSpPr/>
      </dsp:nvSpPr>
      <dsp:spPr>
        <a:xfrm>
          <a:off x="2094753" y="188863"/>
          <a:ext cx="1780765" cy="1130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Base test</a:t>
          </a:r>
          <a:endParaRPr lang="en-US" sz="1800" kern="1200">
            <a:ea typeface="+mn-ea"/>
            <a:cs typeface="+mn-cs"/>
          </a:endParaRPr>
        </a:p>
      </dsp:txBody>
      <dsp:txXfrm>
        <a:off x="2127873" y="221983"/>
        <a:ext cx="1714525" cy="1064546"/>
      </dsp:txXfrm>
    </dsp:sp>
    <dsp:sp modelId="{2FED1973-69E8-4130-8484-D81BA70F27D3}">
      <dsp:nvSpPr>
        <dsp:cNvPr id="0" name=""/>
        <dsp:cNvSpPr/>
      </dsp:nvSpPr>
      <dsp:spPr>
        <a:xfrm>
          <a:off x="1896890" y="1649585"/>
          <a:ext cx="1780765" cy="11307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573AB-DAC7-4C79-AC50-8EACA101E15E}">
      <dsp:nvSpPr>
        <dsp:cNvPr id="0" name=""/>
        <dsp:cNvSpPr/>
      </dsp:nvSpPr>
      <dsp:spPr>
        <a:xfrm>
          <a:off x="2094753" y="1837555"/>
          <a:ext cx="1780765" cy="1130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Main test</a:t>
          </a:r>
          <a:endParaRPr lang="en-US" sz="1800" kern="1200">
            <a:ea typeface="+mn-ea"/>
            <a:cs typeface="+mn-cs"/>
          </a:endParaRPr>
        </a:p>
      </dsp:txBody>
      <dsp:txXfrm>
        <a:off x="2127873" y="1870675"/>
        <a:ext cx="1714525" cy="1064546"/>
      </dsp:txXfrm>
    </dsp:sp>
    <dsp:sp modelId="{89AC9980-133E-4A3A-A2ED-669D3967887C}">
      <dsp:nvSpPr>
        <dsp:cNvPr id="0" name=""/>
        <dsp:cNvSpPr/>
      </dsp:nvSpPr>
      <dsp:spPr>
        <a:xfrm>
          <a:off x="1896890" y="3298278"/>
          <a:ext cx="1780765" cy="11307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3C139-26C0-47F3-92EB-E1B2337B7670}">
      <dsp:nvSpPr>
        <dsp:cNvPr id="0" name=""/>
        <dsp:cNvSpPr/>
      </dsp:nvSpPr>
      <dsp:spPr>
        <a:xfrm>
          <a:off x="2094753" y="3486248"/>
          <a:ext cx="1780765" cy="1130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Parameterized clock</a:t>
          </a:r>
        </a:p>
      </dsp:txBody>
      <dsp:txXfrm>
        <a:off x="2127873" y="3519368"/>
        <a:ext cx="1714525" cy="106454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0CA4E-E890-4E9A-976F-BD15C6E3EFD0}">
      <dsp:nvSpPr>
        <dsp:cNvPr id="0" name=""/>
        <dsp:cNvSpPr/>
      </dsp:nvSpPr>
      <dsp:spPr>
        <a:xfrm>
          <a:off x="714385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Reset</a:t>
          </a:r>
          <a:endParaRPr lang="en-US" sz="1900" kern="1200"/>
        </a:p>
      </dsp:txBody>
      <dsp:txXfrm>
        <a:off x="743719" y="29952"/>
        <a:ext cx="1610532" cy="942852"/>
      </dsp:txXfrm>
    </dsp:sp>
    <dsp:sp modelId="{B9A8A3B3-DAA2-43CE-862F-0D226F86B8A0}">
      <dsp:nvSpPr>
        <dsp:cNvPr id="0" name=""/>
        <dsp:cNvSpPr/>
      </dsp:nvSpPr>
      <dsp:spPr>
        <a:xfrm>
          <a:off x="2530475" y="2943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530475" y="377190"/>
        <a:ext cx="247709" cy="248377"/>
      </dsp:txXfrm>
    </dsp:sp>
    <dsp:sp modelId="{F04AA611-795E-4E01-94B6-89839B677DD1}">
      <dsp:nvSpPr>
        <dsp:cNvPr id="0" name=""/>
        <dsp:cNvSpPr/>
      </dsp:nvSpPr>
      <dsp:spPr>
        <a:xfrm>
          <a:off x="3051266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Virtual sequence 1</a:t>
          </a:r>
          <a:endParaRPr lang="en-US" sz="1900" kern="1200"/>
        </a:p>
      </dsp:txBody>
      <dsp:txXfrm>
        <a:off x="3080600" y="29952"/>
        <a:ext cx="1610532" cy="942852"/>
      </dsp:txXfrm>
    </dsp:sp>
    <dsp:sp modelId="{D95FEA20-21D1-4B9C-A64E-BCD7EFC5307F}">
      <dsp:nvSpPr>
        <dsp:cNvPr id="0" name=""/>
        <dsp:cNvSpPr/>
      </dsp:nvSpPr>
      <dsp:spPr>
        <a:xfrm rot="5400000">
          <a:off x="3708930" y="1118982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3761677" y="1149028"/>
        <a:ext cx="248377" cy="247709"/>
      </dsp:txXfrm>
    </dsp:sp>
    <dsp:sp modelId="{84E1365E-8E74-4020-A0BB-566C0952783A}">
      <dsp:nvSpPr>
        <dsp:cNvPr id="0" name=""/>
        <dsp:cNvSpPr/>
      </dsp:nvSpPr>
      <dsp:spPr>
        <a:xfrm>
          <a:off x="3051266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Virtual sequence 2</a:t>
          </a:r>
          <a:endParaRPr lang="en-US" sz="1900" kern="1200"/>
        </a:p>
      </dsp:txBody>
      <dsp:txXfrm>
        <a:off x="3080600" y="1699152"/>
        <a:ext cx="1610532" cy="942852"/>
      </dsp:txXfrm>
    </dsp:sp>
    <dsp:sp modelId="{53D0166B-684F-4BEB-A46B-0C7B20E2142F}">
      <dsp:nvSpPr>
        <dsp:cNvPr id="0" name=""/>
        <dsp:cNvSpPr/>
      </dsp:nvSpPr>
      <dsp:spPr>
        <a:xfrm rot="10800000">
          <a:off x="2550505" y="19635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2656666" y="2046390"/>
        <a:ext cx="247709" cy="248377"/>
      </dsp:txXfrm>
    </dsp:sp>
    <dsp:sp modelId="{26D95B35-F78B-4652-BD01-E7D643896A2B}">
      <dsp:nvSpPr>
        <dsp:cNvPr id="0" name=""/>
        <dsp:cNvSpPr/>
      </dsp:nvSpPr>
      <dsp:spPr>
        <a:xfrm>
          <a:off x="714385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Virtual sequence n</a:t>
          </a:r>
          <a:endParaRPr lang="en-US" sz="1900" kern="1200"/>
        </a:p>
      </dsp:txBody>
      <dsp:txXfrm>
        <a:off x="743719" y="1699152"/>
        <a:ext cx="1610532" cy="942852"/>
      </dsp:txXfrm>
    </dsp:sp>
    <dsp:sp modelId="{FBCCE48A-C1AB-493D-800D-0284CFDC90C4}">
      <dsp:nvSpPr>
        <dsp:cNvPr id="0" name=""/>
        <dsp:cNvSpPr/>
      </dsp:nvSpPr>
      <dsp:spPr>
        <a:xfrm rot="5400000">
          <a:off x="1372050" y="2788183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1424797" y="2818229"/>
        <a:ext cx="248377" cy="247709"/>
      </dsp:txXfrm>
    </dsp:sp>
    <dsp:sp modelId="{7F2D8E1F-8C62-4A07-BE98-04CB1B7DCA31}">
      <dsp:nvSpPr>
        <dsp:cNvPr id="0" name=""/>
        <dsp:cNvSpPr/>
      </dsp:nvSpPr>
      <dsp:spPr>
        <a:xfrm>
          <a:off x="714385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Reset during sequence</a:t>
          </a:r>
          <a:endParaRPr lang="en-US" sz="1900" kern="1200"/>
        </a:p>
      </dsp:txBody>
      <dsp:txXfrm>
        <a:off x="743719" y="3368353"/>
        <a:ext cx="1610532" cy="942852"/>
      </dsp:txXfrm>
    </dsp:sp>
    <dsp:sp modelId="{0C93764F-7067-4A3B-9CC4-E7F5D81FD174}">
      <dsp:nvSpPr>
        <dsp:cNvPr id="0" name=""/>
        <dsp:cNvSpPr/>
      </dsp:nvSpPr>
      <dsp:spPr>
        <a:xfrm>
          <a:off x="2530475" y="36327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530475" y="3715590"/>
        <a:ext cx="247709" cy="248377"/>
      </dsp:txXfrm>
    </dsp:sp>
    <dsp:sp modelId="{2E2B0FDF-7A9A-4447-84F6-26A8675925C6}">
      <dsp:nvSpPr>
        <dsp:cNvPr id="0" name=""/>
        <dsp:cNvSpPr/>
      </dsp:nvSpPr>
      <dsp:spPr>
        <a:xfrm>
          <a:off x="3051266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Repeat with different clocks</a:t>
          </a:r>
        </a:p>
      </dsp:txBody>
      <dsp:txXfrm>
        <a:off x="3080600" y="3368353"/>
        <a:ext cx="1610532" cy="94285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0CA4E-E890-4E9A-976F-BD15C6E3EFD0}">
      <dsp:nvSpPr>
        <dsp:cNvPr id="0" name=""/>
        <dsp:cNvSpPr/>
      </dsp:nvSpPr>
      <dsp:spPr>
        <a:xfrm>
          <a:off x="714385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Neue Haas Grotesk Text Pro"/>
            </a:rPr>
            <a:t>Reset</a:t>
          </a:r>
          <a:endParaRPr lang="en-US" sz="1900" kern="1200" dirty="0"/>
        </a:p>
      </dsp:txBody>
      <dsp:txXfrm>
        <a:off x="743719" y="29952"/>
        <a:ext cx="1610532" cy="942852"/>
      </dsp:txXfrm>
    </dsp:sp>
    <dsp:sp modelId="{B9A8A3B3-DAA2-43CE-862F-0D226F86B8A0}">
      <dsp:nvSpPr>
        <dsp:cNvPr id="0" name=""/>
        <dsp:cNvSpPr/>
      </dsp:nvSpPr>
      <dsp:spPr>
        <a:xfrm>
          <a:off x="2530475" y="2943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530475" y="377190"/>
        <a:ext cx="247709" cy="248377"/>
      </dsp:txXfrm>
    </dsp:sp>
    <dsp:sp modelId="{F04AA611-795E-4E01-94B6-89839B677DD1}">
      <dsp:nvSpPr>
        <dsp:cNvPr id="0" name=""/>
        <dsp:cNvSpPr/>
      </dsp:nvSpPr>
      <dsp:spPr>
        <a:xfrm>
          <a:off x="3051266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Virtual sequence 1</a:t>
          </a:r>
          <a:endParaRPr lang="en-US" sz="1900" kern="1200"/>
        </a:p>
      </dsp:txBody>
      <dsp:txXfrm>
        <a:off x="3080600" y="29952"/>
        <a:ext cx="1610532" cy="942852"/>
      </dsp:txXfrm>
    </dsp:sp>
    <dsp:sp modelId="{D95FEA20-21D1-4B9C-A64E-BCD7EFC5307F}">
      <dsp:nvSpPr>
        <dsp:cNvPr id="0" name=""/>
        <dsp:cNvSpPr/>
      </dsp:nvSpPr>
      <dsp:spPr>
        <a:xfrm rot="5400000">
          <a:off x="3708930" y="1118982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3761677" y="1149028"/>
        <a:ext cx="248377" cy="247709"/>
      </dsp:txXfrm>
    </dsp:sp>
    <dsp:sp modelId="{84E1365E-8E74-4020-A0BB-566C0952783A}">
      <dsp:nvSpPr>
        <dsp:cNvPr id="0" name=""/>
        <dsp:cNvSpPr/>
      </dsp:nvSpPr>
      <dsp:spPr>
        <a:xfrm>
          <a:off x="3051266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Virtual sequence 2</a:t>
          </a:r>
          <a:endParaRPr lang="en-US" sz="1900" kern="1200"/>
        </a:p>
      </dsp:txBody>
      <dsp:txXfrm>
        <a:off x="3080600" y="1699152"/>
        <a:ext cx="1610532" cy="942852"/>
      </dsp:txXfrm>
    </dsp:sp>
    <dsp:sp modelId="{53D0166B-684F-4BEB-A46B-0C7B20E2142F}">
      <dsp:nvSpPr>
        <dsp:cNvPr id="0" name=""/>
        <dsp:cNvSpPr/>
      </dsp:nvSpPr>
      <dsp:spPr>
        <a:xfrm rot="10800000">
          <a:off x="2550505" y="19635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2656666" y="2046390"/>
        <a:ext cx="247709" cy="248377"/>
      </dsp:txXfrm>
    </dsp:sp>
    <dsp:sp modelId="{26D95B35-F78B-4652-BD01-E7D643896A2B}">
      <dsp:nvSpPr>
        <dsp:cNvPr id="0" name=""/>
        <dsp:cNvSpPr/>
      </dsp:nvSpPr>
      <dsp:spPr>
        <a:xfrm>
          <a:off x="714385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Virtual sequence n</a:t>
          </a:r>
          <a:endParaRPr lang="en-US" sz="1900" kern="1200"/>
        </a:p>
      </dsp:txBody>
      <dsp:txXfrm>
        <a:off x="743719" y="1699152"/>
        <a:ext cx="1610532" cy="942852"/>
      </dsp:txXfrm>
    </dsp:sp>
    <dsp:sp modelId="{FBCCE48A-C1AB-493D-800D-0284CFDC90C4}">
      <dsp:nvSpPr>
        <dsp:cNvPr id="0" name=""/>
        <dsp:cNvSpPr/>
      </dsp:nvSpPr>
      <dsp:spPr>
        <a:xfrm rot="5400000">
          <a:off x="1372050" y="2788183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1424797" y="2818229"/>
        <a:ext cx="248377" cy="247709"/>
      </dsp:txXfrm>
    </dsp:sp>
    <dsp:sp modelId="{7F2D8E1F-8C62-4A07-BE98-04CB1B7DCA31}">
      <dsp:nvSpPr>
        <dsp:cNvPr id="0" name=""/>
        <dsp:cNvSpPr/>
      </dsp:nvSpPr>
      <dsp:spPr>
        <a:xfrm>
          <a:off x="714385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Reset during sequence</a:t>
          </a:r>
          <a:endParaRPr lang="en-US" sz="1900" kern="1200"/>
        </a:p>
      </dsp:txBody>
      <dsp:txXfrm>
        <a:off x="743719" y="3368353"/>
        <a:ext cx="1610532" cy="942852"/>
      </dsp:txXfrm>
    </dsp:sp>
    <dsp:sp modelId="{0C93764F-7067-4A3B-9CC4-E7F5D81FD174}">
      <dsp:nvSpPr>
        <dsp:cNvPr id="0" name=""/>
        <dsp:cNvSpPr/>
      </dsp:nvSpPr>
      <dsp:spPr>
        <a:xfrm>
          <a:off x="2530475" y="36327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530475" y="3715590"/>
        <a:ext cx="247709" cy="248377"/>
      </dsp:txXfrm>
    </dsp:sp>
    <dsp:sp modelId="{2E2B0FDF-7A9A-4447-84F6-26A8675925C6}">
      <dsp:nvSpPr>
        <dsp:cNvPr id="0" name=""/>
        <dsp:cNvSpPr/>
      </dsp:nvSpPr>
      <dsp:spPr>
        <a:xfrm>
          <a:off x="3051266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Neue Haas Grotesk Text Pro"/>
            </a:rPr>
            <a:t>Repeat with different clocks</a:t>
          </a:r>
        </a:p>
      </dsp:txBody>
      <dsp:txXfrm>
        <a:off x="3080600" y="3368353"/>
        <a:ext cx="1610532" cy="94285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75695-5E30-4961-91CB-9C0A02B23435}">
      <dsp:nvSpPr>
        <dsp:cNvPr id="0" name=""/>
        <dsp:cNvSpPr/>
      </dsp:nvSpPr>
      <dsp:spPr>
        <a:xfrm>
          <a:off x="2741553" y="2780372"/>
          <a:ext cx="91440" cy="5179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79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E6AD5-B5CB-4542-A1C5-74C4897D2BB3}">
      <dsp:nvSpPr>
        <dsp:cNvPr id="0" name=""/>
        <dsp:cNvSpPr/>
      </dsp:nvSpPr>
      <dsp:spPr>
        <a:xfrm>
          <a:off x="2741553" y="1131679"/>
          <a:ext cx="91440" cy="5179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79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FA3040-EF68-4C41-87CB-A4490CC84EDD}">
      <dsp:nvSpPr>
        <dsp:cNvPr id="0" name=""/>
        <dsp:cNvSpPr/>
      </dsp:nvSpPr>
      <dsp:spPr>
        <a:xfrm>
          <a:off x="1896890" y="893"/>
          <a:ext cx="1780765" cy="11307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2407F-A534-4DF8-A7C7-FC79F5C94563}">
      <dsp:nvSpPr>
        <dsp:cNvPr id="0" name=""/>
        <dsp:cNvSpPr/>
      </dsp:nvSpPr>
      <dsp:spPr>
        <a:xfrm>
          <a:off x="2094753" y="188863"/>
          <a:ext cx="1780765" cy="1130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Base test</a:t>
          </a:r>
          <a:endParaRPr lang="en-US" sz="1800" kern="1200">
            <a:ea typeface="+mn-ea"/>
            <a:cs typeface="+mn-cs"/>
          </a:endParaRPr>
        </a:p>
      </dsp:txBody>
      <dsp:txXfrm>
        <a:off x="2127873" y="221983"/>
        <a:ext cx="1714525" cy="1064546"/>
      </dsp:txXfrm>
    </dsp:sp>
    <dsp:sp modelId="{2FED1973-69E8-4130-8484-D81BA70F27D3}">
      <dsp:nvSpPr>
        <dsp:cNvPr id="0" name=""/>
        <dsp:cNvSpPr/>
      </dsp:nvSpPr>
      <dsp:spPr>
        <a:xfrm>
          <a:off x="1896890" y="1649585"/>
          <a:ext cx="1780765" cy="11307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573AB-DAC7-4C79-AC50-8EACA101E15E}">
      <dsp:nvSpPr>
        <dsp:cNvPr id="0" name=""/>
        <dsp:cNvSpPr/>
      </dsp:nvSpPr>
      <dsp:spPr>
        <a:xfrm>
          <a:off x="2094753" y="1837555"/>
          <a:ext cx="1780765" cy="1130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Main test</a:t>
          </a:r>
          <a:endParaRPr lang="en-US" sz="1800" kern="1200">
            <a:ea typeface="+mn-ea"/>
            <a:cs typeface="+mn-cs"/>
          </a:endParaRPr>
        </a:p>
      </dsp:txBody>
      <dsp:txXfrm>
        <a:off x="2127873" y="1870675"/>
        <a:ext cx="1714525" cy="1064546"/>
      </dsp:txXfrm>
    </dsp:sp>
    <dsp:sp modelId="{89AC9980-133E-4A3A-A2ED-669D3967887C}">
      <dsp:nvSpPr>
        <dsp:cNvPr id="0" name=""/>
        <dsp:cNvSpPr/>
      </dsp:nvSpPr>
      <dsp:spPr>
        <a:xfrm>
          <a:off x="1896890" y="3298278"/>
          <a:ext cx="1780765" cy="11307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3C139-26C0-47F3-92EB-E1B2337B7670}">
      <dsp:nvSpPr>
        <dsp:cNvPr id="0" name=""/>
        <dsp:cNvSpPr/>
      </dsp:nvSpPr>
      <dsp:spPr>
        <a:xfrm>
          <a:off x="2094753" y="3486248"/>
          <a:ext cx="1780765" cy="1130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Parameterized clock</a:t>
          </a:r>
        </a:p>
      </dsp:txBody>
      <dsp:txXfrm>
        <a:off x="2127873" y="3519368"/>
        <a:ext cx="1714525" cy="106454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25F46-E0D1-4C38-BDE0-87CFD7C32213}">
      <dsp:nvSpPr>
        <dsp:cNvPr id="0" name=""/>
        <dsp:cNvSpPr/>
      </dsp:nvSpPr>
      <dsp:spPr>
        <a:xfrm>
          <a:off x="4417" y="649833"/>
          <a:ext cx="2870651" cy="717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>
              <a:latin typeface="Neue Haas Grotesk Text Pro"/>
            </a:rPr>
            <a:t>Reset</a:t>
          </a:r>
          <a:endParaRPr lang="en-US" sz="4000" kern="1200"/>
        </a:p>
      </dsp:txBody>
      <dsp:txXfrm>
        <a:off x="25437" y="670853"/>
        <a:ext cx="2828611" cy="675622"/>
      </dsp:txXfrm>
    </dsp:sp>
    <dsp:sp modelId="{E10658A9-F3CE-430E-88AE-DE73E336DE5F}">
      <dsp:nvSpPr>
        <dsp:cNvPr id="0" name=""/>
        <dsp:cNvSpPr/>
      </dsp:nvSpPr>
      <dsp:spPr>
        <a:xfrm rot="5400000">
          <a:off x="1376947" y="1430291"/>
          <a:ext cx="125590" cy="12559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4B3F9-1A00-45E4-88CC-DADDB30BE249}">
      <dsp:nvSpPr>
        <dsp:cNvPr id="0" name=""/>
        <dsp:cNvSpPr/>
      </dsp:nvSpPr>
      <dsp:spPr>
        <a:xfrm>
          <a:off x="4417" y="1618678"/>
          <a:ext cx="2870651" cy="71766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Neue Haas Grotesk Text Pro"/>
            </a:rPr>
            <a:t>Assert and </a:t>
          </a:r>
          <a:r>
            <a:rPr lang="en-US" sz="1500" kern="1200" dirty="0" err="1">
              <a:latin typeface="Neue Haas Grotesk Text Pro"/>
            </a:rPr>
            <a:t>deassert</a:t>
          </a:r>
          <a:r>
            <a:rPr lang="en-US" sz="1500" kern="1200" dirty="0">
              <a:latin typeface="Neue Haas Grotesk Text Pro"/>
            </a:rPr>
            <a:t> reset at different times async according to AHB clock</a:t>
          </a:r>
          <a:endParaRPr lang="en-US" sz="1500" kern="1200" dirty="0"/>
        </a:p>
      </dsp:txBody>
      <dsp:txXfrm>
        <a:off x="25437" y="1639698"/>
        <a:ext cx="2828611" cy="675622"/>
      </dsp:txXfrm>
    </dsp:sp>
    <dsp:sp modelId="{86A7D862-7C6B-4192-B4B1-8C574840B4D9}">
      <dsp:nvSpPr>
        <dsp:cNvPr id="0" name=""/>
        <dsp:cNvSpPr/>
      </dsp:nvSpPr>
      <dsp:spPr>
        <a:xfrm rot="5400000">
          <a:off x="1376947" y="2399136"/>
          <a:ext cx="125590" cy="12559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C4616-2788-4AB9-A102-03F234EBA1DE}">
      <dsp:nvSpPr>
        <dsp:cNvPr id="0" name=""/>
        <dsp:cNvSpPr/>
      </dsp:nvSpPr>
      <dsp:spPr>
        <a:xfrm>
          <a:off x="4417" y="2587522"/>
          <a:ext cx="2870651" cy="71766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Assert and deassert reset at different times async according to APB clock</a:t>
          </a:r>
        </a:p>
      </dsp:txBody>
      <dsp:txXfrm>
        <a:off x="25437" y="2608542"/>
        <a:ext cx="2828611" cy="675622"/>
      </dsp:txXfrm>
    </dsp:sp>
    <dsp:sp modelId="{AEA1CBFD-4750-4949-93D4-5365C62BCC6D}">
      <dsp:nvSpPr>
        <dsp:cNvPr id="0" name=""/>
        <dsp:cNvSpPr/>
      </dsp:nvSpPr>
      <dsp:spPr>
        <a:xfrm rot="5400000">
          <a:off x="1376947" y="3367981"/>
          <a:ext cx="125590" cy="12559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31B33-938F-4358-BB49-D39EBD8A77CC}">
      <dsp:nvSpPr>
        <dsp:cNvPr id="0" name=""/>
        <dsp:cNvSpPr/>
      </dsp:nvSpPr>
      <dsp:spPr>
        <a:xfrm>
          <a:off x="4417" y="3556367"/>
          <a:ext cx="2870651" cy="71766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Neue Haas Grotesk Text Pro"/>
            </a:rPr>
            <a:t>Repeat the process 100 times</a:t>
          </a:r>
          <a:endParaRPr lang="en-US" sz="1500" kern="1200"/>
        </a:p>
      </dsp:txBody>
      <dsp:txXfrm>
        <a:off x="25437" y="3577387"/>
        <a:ext cx="2828611" cy="675622"/>
      </dsp:txXfrm>
    </dsp:sp>
    <dsp:sp modelId="{CE48918D-CC67-40A7-A5EB-9491A63E9500}">
      <dsp:nvSpPr>
        <dsp:cNvPr id="0" name=""/>
        <dsp:cNvSpPr/>
      </dsp:nvSpPr>
      <dsp:spPr>
        <a:xfrm>
          <a:off x="3276960" y="649833"/>
          <a:ext cx="2870651" cy="717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>
              <a:latin typeface="Neue Haas Grotesk Text Pro"/>
            </a:rPr>
            <a:t>Sequence</a:t>
          </a:r>
          <a:endParaRPr lang="en-US" sz="4000" kern="1200"/>
        </a:p>
      </dsp:txBody>
      <dsp:txXfrm>
        <a:off x="3297980" y="670853"/>
        <a:ext cx="2828611" cy="675622"/>
      </dsp:txXfrm>
    </dsp:sp>
    <dsp:sp modelId="{8C6428B9-3B9F-48D8-BE09-0DAF22D94FD1}">
      <dsp:nvSpPr>
        <dsp:cNvPr id="0" name=""/>
        <dsp:cNvSpPr/>
      </dsp:nvSpPr>
      <dsp:spPr>
        <a:xfrm rot="5400000">
          <a:off x="4649490" y="1430291"/>
          <a:ext cx="125590" cy="12559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4C5ED-A512-4B21-84D5-E172E52FE319}">
      <dsp:nvSpPr>
        <dsp:cNvPr id="0" name=""/>
        <dsp:cNvSpPr/>
      </dsp:nvSpPr>
      <dsp:spPr>
        <a:xfrm>
          <a:off x="3276960" y="1618678"/>
          <a:ext cx="2870651" cy="71766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Neue Haas Grotesk Text Pro"/>
            </a:rPr>
            <a:t>Start sequence</a:t>
          </a:r>
          <a:endParaRPr lang="en-US" sz="1500" kern="1200"/>
        </a:p>
      </dsp:txBody>
      <dsp:txXfrm>
        <a:off x="3297980" y="1639698"/>
        <a:ext cx="2828611" cy="675622"/>
      </dsp:txXfrm>
    </dsp:sp>
    <dsp:sp modelId="{16375462-0D66-4C6A-97EA-F633BE48A520}">
      <dsp:nvSpPr>
        <dsp:cNvPr id="0" name=""/>
        <dsp:cNvSpPr/>
      </dsp:nvSpPr>
      <dsp:spPr>
        <a:xfrm rot="5400000">
          <a:off x="4649490" y="2399136"/>
          <a:ext cx="125590" cy="12559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E49C6-7467-4A17-8558-10518EF371F7}">
      <dsp:nvSpPr>
        <dsp:cNvPr id="0" name=""/>
        <dsp:cNvSpPr/>
      </dsp:nvSpPr>
      <dsp:spPr>
        <a:xfrm>
          <a:off x="3276960" y="2587522"/>
          <a:ext cx="2870651" cy="71766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Neue Haas Grotesk Text Pro"/>
            </a:rPr>
            <a:t>Repeat after the sequence is killed by reset</a:t>
          </a:r>
          <a:endParaRPr lang="en-US" sz="1500" kern="1200"/>
        </a:p>
      </dsp:txBody>
      <dsp:txXfrm>
        <a:off x="3297980" y="2608542"/>
        <a:ext cx="2828611" cy="67562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5CE92-7B01-470A-8914-5CDB474C417F}">
      <dsp:nvSpPr>
        <dsp:cNvPr id="0" name=""/>
        <dsp:cNvSpPr/>
      </dsp:nvSpPr>
      <dsp:spPr>
        <a:xfrm>
          <a:off x="3109487" y="3047880"/>
          <a:ext cx="2206733" cy="5251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841"/>
              </a:lnTo>
              <a:lnTo>
                <a:pt x="2206733" y="357841"/>
              </a:lnTo>
              <a:lnTo>
                <a:pt x="2206733" y="5251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E66666-8BEA-4774-832A-444F27ABBB59}">
      <dsp:nvSpPr>
        <dsp:cNvPr id="0" name=""/>
        <dsp:cNvSpPr/>
      </dsp:nvSpPr>
      <dsp:spPr>
        <a:xfrm>
          <a:off x="3063767" y="3047880"/>
          <a:ext cx="91440" cy="5251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51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B75695-5E30-4961-91CB-9C0A02B23435}">
      <dsp:nvSpPr>
        <dsp:cNvPr id="0" name=""/>
        <dsp:cNvSpPr/>
      </dsp:nvSpPr>
      <dsp:spPr>
        <a:xfrm>
          <a:off x="902754" y="3047880"/>
          <a:ext cx="2206733" cy="525102"/>
        </a:xfrm>
        <a:custGeom>
          <a:avLst/>
          <a:gdLst/>
          <a:ahLst/>
          <a:cxnLst/>
          <a:rect l="0" t="0" r="0" b="0"/>
          <a:pathLst>
            <a:path>
              <a:moveTo>
                <a:pt x="2206733" y="0"/>
              </a:moveTo>
              <a:lnTo>
                <a:pt x="2206733" y="357841"/>
              </a:lnTo>
              <a:lnTo>
                <a:pt x="0" y="357841"/>
              </a:lnTo>
              <a:lnTo>
                <a:pt x="0" y="5251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E6AD5-B5CB-4542-A1C5-74C4897D2BB3}">
      <dsp:nvSpPr>
        <dsp:cNvPr id="0" name=""/>
        <dsp:cNvSpPr/>
      </dsp:nvSpPr>
      <dsp:spPr>
        <a:xfrm>
          <a:off x="3063767" y="1376280"/>
          <a:ext cx="91440" cy="5251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51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FA3040-EF68-4C41-87CB-A4490CC84EDD}">
      <dsp:nvSpPr>
        <dsp:cNvPr id="0" name=""/>
        <dsp:cNvSpPr/>
      </dsp:nvSpPr>
      <dsp:spPr>
        <a:xfrm>
          <a:off x="2206733" y="229782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2407F-A534-4DF8-A7C7-FC79F5C94563}">
      <dsp:nvSpPr>
        <dsp:cNvPr id="0" name=""/>
        <dsp:cNvSpPr/>
      </dsp:nvSpPr>
      <dsp:spPr>
        <a:xfrm>
          <a:off x="2407345" y="420363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Main test</a:t>
          </a:r>
          <a:endParaRPr lang="en-US" sz="1800" kern="1200">
            <a:ea typeface="+mn-ea"/>
            <a:cs typeface="+mn-cs"/>
          </a:endParaRPr>
        </a:p>
      </dsp:txBody>
      <dsp:txXfrm>
        <a:off x="2440925" y="453943"/>
        <a:ext cx="1738349" cy="1079338"/>
      </dsp:txXfrm>
    </dsp:sp>
    <dsp:sp modelId="{2FED1973-69E8-4130-8484-D81BA70F27D3}">
      <dsp:nvSpPr>
        <dsp:cNvPr id="0" name=""/>
        <dsp:cNvSpPr/>
      </dsp:nvSpPr>
      <dsp:spPr>
        <a:xfrm>
          <a:off x="2206733" y="1901382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573AB-DAC7-4C79-AC50-8EACA101E15E}">
      <dsp:nvSpPr>
        <dsp:cNvPr id="0" name=""/>
        <dsp:cNvSpPr/>
      </dsp:nvSpPr>
      <dsp:spPr>
        <a:xfrm>
          <a:off x="2407345" y="20919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Parameterized clock</a:t>
          </a:r>
          <a:endParaRPr lang="en-US" sz="1800" kern="1200">
            <a:ea typeface="+mn-ea"/>
            <a:cs typeface="+mn-cs"/>
          </a:endParaRPr>
        </a:p>
      </dsp:txBody>
      <dsp:txXfrm>
        <a:off x="2440925" y="2125544"/>
        <a:ext cx="1738349" cy="1079338"/>
      </dsp:txXfrm>
    </dsp:sp>
    <dsp:sp modelId="{89AC9980-133E-4A3A-A2ED-669D3967887C}">
      <dsp:nvSpPr>
        <dsp:cNvPr id="0" name=""/>
        <dsp:cNvSpPr/>
      </dsp:nvSpPr>
      <dsp:spPr>
        <a:xfrm>
          <a:off x="0" y="3572983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3C139-26C0-47F3-92EB-E1B2337B7670}">
      <dsp:nvSpPr>
        <dsp:cNvPr id="0" name=""/>
        <dsp:cNvSpPr/>
      </dsp:nvSpPr>
      <dsp:spPr>
        <a:xfrm>
          <a:off x="200612" y="37635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Same clock</a:t>
          </a:r>
        </a:p>
      </dsp:txBody>
      <dsp:txXfrm>
        <a:off x="234192" y="3797144"/>
        <a:ext cx="1738349" cy="1079338"/>
      </dsp:txXfrm>
    </dsp:sp>
    <dsp:sp modelId="{5D35608C-5B45-4190-A91D-64277423E064}">
      <dsp:nvSpPr>
        <dsp:cNvPr id="0" name=""/>
        <dsp:cNvSpPr/>
      </dsp:nvSpPr>
      <dsp:spPr>
        <a:xfrm>
          <a:off x="2206733" y="3572983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F67C8-0547-49E2-A30C-FEE7F369E0DA}">
      <dsp:nvSpPr>
        <dsp:cNvPr id="0" name=""/>
        <dsp:cNvSpPr/>
      </dsp:nvSpPr>
      <dsp:spPr>
        <a:xfrm>
          <a:off x="2407345" y="37635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Double clock</a:t>
          </a:r>
        </a:p>
      </dsp:txBody>
      <dsp:txXfrm>
        <a:off x="2440925" y="3797144"/>
        <a:ext cx="1738349" cy="1079338"/>
      </dsp:txXfrm>
    </dsp:sp>
    <dsp:sp modelId="{59F0AD53-20BD-4EDC-8F14-5F9031749472}">
      <dsp:nvSpPr>
        <dsp:cNvPr id="0" name=""/>
        <dsp:cNvSpPr/>
      </dsp:nvSpPr>
      <dsp:spPr>
        <a:xfrm>
          <a:off x="4413466" y="3572983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E397B-12D7-4F0D-BAC5-F932BD979BA1}">
      <dsp:nvSpPr>
        <dsp:cNvPr id="0" name=""/>
        <dsp:cNvSpPr/>
      </dsp:nvSpPr>
      <dsp:spPr>
        <a:xfrm>
          <a:off x="4614078" y="37635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Phase shift</a:t>
          </a:r>
        </a:p>
      </dsp:txBody>
      <dsp:txXfrm>
        <a:off x="4647658" y="3797144"/>
        <a:ext cx="1738349" cy="107933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0CA4E-E890-4E9A-976F-BD15C6E3EFD0}">
      <dsp:nvSpPr>
        <dsp:cNvPr id="0" name=""/>
        <dsp:cNvSpPr/>
      </dsp:nvSpPr>
      <dsp:spPr>
        <a:xfrm>
          <a:off x="714385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Inherit parameterized class</a:t>
          </a:r>
          <a:endParaRPr lang="en-US" sz="1700" kern="1200"/>
        </a:p>
      </dsp:txBody>
      <dsp:txXfrm>
        <a:off x="743719" y="29952"/>
        <a:ext cx="1610532" cy="942852"/>
      </dsp:txXfrm>
    </dsp:sp>
    <dsp:sp modelId="{B9A8A3B3-DAA2-43CE-862F-0D226F86B8A0}">
      <dsp:nvSpPr>
        <dsp:cNvPr id="0" name=""/>
        <dsp:cNvSpPr/>
      </dsp:nvSpPr>
      <dsp:spPr>
        <a:xfrm>
          <a:off x="2530475" y="2943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530475" y="377190"/>
        <a:ext cx="247709" cy="248377"/>
      </dsp:txXfrm>
    </dsp:sp>
    <dsp:sp modelId="{F04AA611-795E-4E01-94B6-89839B677DD1}">
      <dsp:nvSpPr>
        <dsp:cNvPr id="0" name=""/>
        <dsp:cNvSpPr/>
      </dsp:nvSpPr>
      <dsp:spPr>
        <a:xfrm>
          <a:off x="3051266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eue Haas Grotesk Text Pro"/>
            </a:rPr>
            <a:t>Override</a:t>
          </a:r>
          <a:r>
            <a:rPr lang="en-US" sz="1700" kern="1200">
              <a:latin typeface="Neue Haas Grotesk Text Pro"/>
            </a:rPr>
            <a:t> parameters</a:t>
          </a:r>
          <a:endParaRPr lang="en-US" sz="1700" kern="1200"/>
        </a:p>
      </dsp:txBody>
      <dsp:txXfrm>
        <a:off x="3080600" y="29952"/>
        <a:ext cx="1610532" cy="942852"/>
      </dsp:txXfrm>
    </dsp:sp>
    <dsp:sp modelId="{D95FEA20-21D1-4B9C-A64E-BCD7EFC5307F}">
      <dsp:nvSpPr>
        <dsp:cNvPr id="0" name=""/>
        <dsp:cNvSpPr/>
      </dsp:nvSpPr>
      <dsp:spPr>
        <a:xfrm rot="5400000">
          <a:off x="3708930" y="1118982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761677" y="1149028"/>
        <a:ext cx="248377" cy="247709"/>
      </dsp:txXfrm>
    </dsp:sp>
    <dsp:sp modelId="{84E1365E-8E74-4020-A0BB-566C0952783A}">
      <dsp:nvSpPr>
        <dsp:cNvPr id="0" name=""/>
        <dsp:cNvSpPr/>
      </dsp:nvSpPr>
      <dsp:spPr>
        <a:xfrm>
          <a:off x="3051266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set the clock config variables</a:t>
          </a:r>
          <a:endParaRPr lang="en-US" sz="1700" kern="1200"/>
        </a:p>
      </dsp:txBody>
      <dsp:txXfrm>
        <a:off x="3080600" y="1699152"/>
        <a:ext cx="1610532" cy="942852"/>
      </dsp:txXfrm>
    </dsp:sp>
    <dsp:sp modelId="{53D0166B-684F-4BEB-A46B-0C7B20E2142F}">
      <dsp:nvSpPr>
        <dsp:cNvPr id="0" name=""/>
        <dsp:cNvSpPr/>
      </dsp:nvSpPr>
      <dsp:spPr>
        <a:xfrm rot="10800000">
          <a:off x="2550505" y="19635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2656666" y="2046390"/>
        <a:ext cx="247709" cy="248377"/>
      </dsp:txXfrm>
    </dsp:sp>
    <dsp:sp modelId="{26D95B35-F78B-4652-BD01-E7D643896A2B}">
      <dsp:nvSpPr>
        <dsp:cNvPr id="0" name=""/>
        <dsp:cNvSpPr/>
      </dsp:nvSpPr>
      <dsp:spPr>
        <a:xfrm>
          <a:off x="714385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eue Haas Grotesk Text Pro"/>
            </a:rPr>
            <a:t>Put the clock config in config_db</a:t>
          </a:r>
          <a:endParaRPr lang="en-US" sz="1700" kern="1200" dirty="0"/>
        </a:p>
      </dsp:txBody>
      <dsp:txXfrm>
        <a:off x="743719" y="1699152"/>
        <a:ext cx="1610532" cy="942852"/>
      </dsp:txXfrm>
    </dsp:sp>
    <dsp:sp modelId="{FBCCE48A-C1AB-493D-800D-0284CFDC90C4}">
      <dsp:nvSpPr>
        <dsp:cNvPr id="0" name=""/>
        <dsp:cNvSpPr/>
      </dsp:nvSpPr>
      <dsp:spPr>
        <a:xfrm rot="5400000">
          <a:off x="1372050" y="2788183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424797" y="2818229"/>
        <a:ext cx="248377" cy="247709"/>
      </dsp:txXfrm>
    </dsp:sp>
    <dsp:sp modelId="{7F2D8E1F-8C62-4A07-BE98-04CB1B7DCA31}">
      <dsp:nvSpPr>
        <dsp:cNvPr id="0" name=""/>
        <dsp:cNvSpPr/>
      </dsp:nvSpPr>
      <dsp:spPr>
        <a:xfrm>
          <a:off x="714385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The tb get the clock config</a:t>
          </a:r>
          <a:endParaRPr lang="en-US" sz="1700" kern="1200"/>
        </a:p>
      </dsp:txBody>
      <dsp:txXfrm>
        <a:off x="743719" y="3368353"/>
        <a:ext cx="1610532" cy="942852"/>
      </dsp:txXfrm>
    </dsp:sp>
    <dsp:sp modelId="{0C93764F-7067-4A3B-9CC4-E7F5D81FD174}">
      <dsp:nvSpPr>
        <dsp:cNvPr id="0" name=""/>
        <dsp:cNvSpPr/>
      </dsp:nvSpPr>
      <dsp:spPr>
        <a:xfrm>
          <a:off x="2530475" y="36327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530475" y="3715590"/>
        <a:ext cx="247709" cy="248377"/>
      </dsp:txXfrm>
    </dsp:sp>
    <dsp:sp modelId="{2E2B0FDF-7A9A-4447-84F6-26A8675925C6}">
      <dsp:nvSpPr>
        <dsp:cNvPr id="0" name=""/>
        <dsp:cNvSpPr/>
      </dsp:nvSpPr>
      <dsp:spPr>
        <a:xfrm>
          <a:off x="3051266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Generate the clocks and run main test</a:t>
          </a:r>
          <a:endParaRPr lang="en-US" sz="1700" kern="1200"/>
        </a:p>
      </dsp:txBody>
      <dsp:txXfrm>
        <a:off x="3080600" y="3368353"/>
        <a:ext cx="1610532" cy="94285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0CA4E-E890-4E9A-976F-BD15C6E3EFD0}">
      <dsp:nvSpPr>
        <dsp:cNvPr id="0" name=""/>
        <dsp:cNvSpPr/>
      </dsp:nvSpPr>
      <dsp:spPr>
        <a:xfrm>
          <a:off x="714385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Inherit parameterized class</a:t>
          </a:r>
          <a:endParaRPr lang="en-US" sz="1700" kern="1200"/>
        </a:p>
      </dsp:txBody>
      <dsp:txXfrm>
        <a:off x="743719" y="29952"/>
        <a:ext cx="1610532" cy="942852"/>
      </dsp:txXfrm>
    </dsp:sp>
    <dsp:sp modelId="{B9A8A3B3-DAA2-43CE-862F-0D226F86B8A0}">
      <dsp:nvSpPr>
        <dsp:cNvPr id="0" name=""/>
        <dsp:cNvSpPr/>
      </dsp:nvSpPr>
      <dsp:spPr>
        <a:xfrm>
          <a:off x="2530475" y="2943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530475" y="377190"/>
        <a:ext cx="247709" cy="248377"/>
      </dsp:txXfrm>
    </dsp:sp>
    <dsp:sp modelId="{F04AA611-795E-4E01-94B6-89839B677DD1}">
      <dsp:nvSpPr>
        <dsp:cNvPr id="0" name=""/>
        <dsp:cNvSpPr/>
      </dsp:nvSpPr>
      <dsp:spPr>
        <a:xfrm>
          <a:off x="3051266" y="6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eue Haas Grotesk Text Pro"/>
            </a:rPr>
            <a:t>Override</a:t>
          </a:r>
          <a:r>
            <a:rPr lang="en-US" sz="1700" kern="1200">
              <a:latin typeface="Neue Haas Grotesk Text Pro"/>
            </a:rPr>
            <a:t> parameters</a:t>
          </a:r>
          <a:endParaRPr lang="en-US" sz="1700" kern="1200"/>
        </a:p>
      </dsp:txBody>
      <dsp:txXfrm>
        <a:off x="3080600" y="29952"/>
        <a:ext cx="1610532" cy="942852"/>
      </dsp:txXfrm>
    </dsp:sp>
    <dsp:sp modelId="{D95FEA20-21D1-4B9C-A64E-BCD7EFC5307F}">
      <dsp:nvSpPr>
        <dsp:cNvPr id="0" name=""/>
        <dsp:cNvSpPr/>
      </dsp:nvSpPr>
      <dsp:spPr>
        <a:xfrm rot="5400000">
          <a:off x="3708930" y="1118982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761677" y="1149028"/>
        <a:ext cx="248377" cy="247709"/>
      </dsp:txXfrm>
    </dsp:sp>
    <dsp:sp modelId="{84E1365E-8E74-4020-A0BB-566C0952783A}">
      <dsp:nvSpPr>
        <dsp:cNvPr id="0" name=""/>
        <dsp:cNvSpPr/>
      </dsp:nvSpPr>
      <dsp:spPr>
        <a:xfrm>
          <a:off x="3051266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set the clock config variables</a:t>
          </a:r>
          <a:endParaRPr lang="en-US" sz="1700" kern="1200"/>
        </a:p>
      </dsp:txBody>
      <dsp:txXfrm>
        <a:off x="3080600" y="1699152"/>
        <a:ext cx="1610532" cy="942852"/>
      </dsp:txXfrm>
    </dsp:sp>
    <dsp:sp modelId="{53D0166B-684F-4BEB-A46B-0C7B20E2142F}">
      <dsp:nvSpPr>
        <dsp:cNvPr id="0" name=""/>
        <dsp:cNvSpPr/>
      </dsp:nvSpPr>
      <dsp:spPr>
        <a:xfrm rot="10800000">
          <a:off x="2550505" y="19635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2656666" y="2046390"/>
        <a:ext cx="247709" cy="248377"/>
      </dsp:txXfrm>
    </dsp:sp>
    <dsp:sp modelId="{26D95B35-F78B-4652-BD01-E7D643896A2B}">
      <dsp:nvSpPr>
        <dsp:cNvPr id="0" name=""/>
        <dsp:cNvSpPr/>
      </dsp:nvSpPr>
      <dsp:spPr>
        <a:xfrm>
          <a:off x="714385" y="1669818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eue Haas Grotesk Text Pro"/>
            </a:rPr>
            <a:t>Put the clock config in config_db</a:t>
          </a:r>
          <a:endParaRPr lang="en-US" sz="1700" kern="1200" dirty="0"/>
        </a:p>
      </dsp:txBody>
      <dsp:txXfrm>
        <a:off x="743719" y="1699152"/>
        <a:ext cx="1610532" cy="942852"/>
      </dsp:txXfrm>
    </dsp:sp>
    <dsp:sp modelId="{FBCCE48A-C1AB-493D-800D-0284CFDC90C4}">
      <dsp:nvSpPr>
        <dsp:cNvPr id="0" name=""/>
        <dsp:cNvSpPr/>
      </dsp:nvSpPr>
      <dsp:spPr>
        <a:xfrm rot="5400000">
          <a:off x="1372050" y="2788183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424797" y="2818229"/>
        <a:ext cx="248377" cy="247709"/>
      </dsp:txXfrm>
    </dsp:sp>
    <dsp:sp modelId="{7F2D8E1F-8C62-4A07-BE98-04CB1B7DCA31}">
      <dsp:nvSpPr>
        <dsp:cNvPr id="0" name=""/>
        <dsp:cNvSpPr/>
      </dsp:nvSpPr>
      <dsp:spPr>
        <a:xfrm>
          <a:off x="714385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The tb get the clock config</a:t>
          </a:r>
          <a:endParaRPr lang="en-US" sz="1700" kern="1200"/>
        </a:p>
      </dsp:txBody>
      <dsp:txXfrm>
        <a:off x="743719" y="3368353"/>
        <a:ext cx="1610532" cy="942852"/>
      </dsp:txXfrm>
    </dsp:sp>
    <dsp:sp modelId="{0C93764F-7067-4A3B-9CC4-E7F5D81FD174}">
      <dsp:nvSpPr>
        <dsp:cNvPr id="0" name=""/>
        <dsp:cNvSpPr/>
      </dsp:nvSpPr>
      <dsp:spPr>
        <a:xfrm>
          <a:off x="2530475" y="3632798"/>
          <a:ext cx="353870" cy="4139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530475" y="3715590"/>
        <a:ext cx="247709" cy="248377"/>
      </dsp:txXfrm>
    </dsp:sp>
    <dsp:sp modelId="{2E2B0FDF-7A9A-4447-84F6-26A8675925C6}">
      <dsp:nvSpPr>
        <dsp:cNvPr id="0" name=""/>
        <dsp:cNvSpPr/>
      </dsp:nvSpPr>
      <dsp:spPr>
        <a:xfrm>
          <a:off x="3051266" y="3339019"/>
          <a:ext cx="1669200" cy="100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eue Haas Grotesk Text Pro"/>
            </a:rPr>
            <a:t>Generate the clocks and run main test</a:t>
          </a:r>
          <a:endParaRPr lang="en-US" sz="1700" kern="1200"/>
        </a:p>
      </dsp:txBody>
      <dsp:txXfrm>
        <a:off x="3080600" y="3368353"/>
        <a:ext cx="1610532" cy="94285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5CE92-7B01-470A-8914-5CDB474C417F}">
      <dsp:nvSpPr>
        <dsp:cNvPr id="0" name=""/>
        <dsp:cNvSpPr/>
      </dsp:nvSpPr>
      <dsp:spPr>
        <a:xfrm>
          <a:off x="3109487" y="3047880"/>
          <a:ext cx="2206733" cy="5251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841"/>
              </a:lnTo>
              <a:lnTo>
                <a:pt x="2206733" y="357841"/>
              </a:lnTo>
              <a:lnTo>
                <a:pt x="2206733" y="5251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E66666-8BEA-4774-832A-444F27ABBB59}">
      <dsp:nvSpPr>
        <dsp:cNvPr id="0" name=""/>
        <dsp:cNvSpPr/>
      </dsp:nvSpPr>
      <dsp:spPr>
        <a:xfrm>
          <a:off x="3063767" y="3047880"/>
          <a:ext cx="91440" cy="5251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51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B75695-5E30-4961-91CB-9C0A02B23435}">
      <dsp:nvSpPr>
        <dsp:cNvPr id="0" name=""/>
        <dsp:cNvSpPr/>
      </dsp:nvSpPr>
      <dsp:spPr>
        <a:xfrm>
          <a:off x="902754" y="3047880"/>
          <a:ext cx="2206733" cy="525102"/>
        </a:xfrm>
        <a:custGeom>
          <a:avLst/>
          <a:gdLst/>
          <a:ahLst/>
          <a:cxnLst/>
          <a:rect l="0" t="0" r="0" b="0"/>
          <a:pathLst>
            <a:path>
              <a:moveTo>
                <a:pt x="2206733" y="0"/>
              </a:moveTo>
              <a:lnTo>
                <a:pt x="2206733" y="357841"/>
              </a:lnTo>
              <a:lnTo>
                <a:pt x="0" y="357841"/>
              </a:lnTo>
              <a:lnTo>
                <a:pt x="0" y="5251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E6AD5-B5CB-4542-A1C5-74C4897D2BB3}">
      <dsp:nvSpPr>
        <dsp:cNvPr id="0" name=""/>
        <dsp:cNvSpPr/>
      </dsp:nvSpPr>
      <dsp:spPr>
        <a:xfrm>
          <a:off x="3063767" y="1376280"/>
          <a:ext cx="91440" cy="5251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51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FA3040-EF68-4C41-87CB-A4490CC84EDD}">
      <dsp:nvSpPr>
        <dsp:cNvPr id="0" name=""/>
        <dsp:cNvSpPr/>
      </dsp:nvSpPr>
      <dsp:spPr>
        <a:xfrm>
          <a:off x="2206733" y="229782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2407F-A534-4DF8-A7C7-FC79F5C94563}">
      <dsp:nvSpPr>
        <dsp:cNvPr id="0" name=""/>
        <dsp:cNvSpPr/>
      </dsp:nvSpPr>
      <dsp:spPr>
        <a:xfrm>
          <a:off x="2407345" y="420363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Main test</a:t>
          </a:r>
          <a:endParaRPr lang="en-US" sz="1800" kern="1200">
            <a:ea typeface="+mn-ea"/>
            <a:cs typeface="+mn-cs"/>
          </a:endParaRPr>
        </a:p>
      </dsp:txBody>
      <dsp:txXfrm>
        <a:off x="2440925" y="453943"/>
        <a:ext cx="1738349" cy="1079338"/>
      </dsp:txXfrm>
    </dsp:sp>
    <dsp:sp modelId="{2FED1973-69E8-4130-8484-D81BA70F27D3}">
      <dsp:nvSpPr>
        <dsp:cNvPr id="0" name=""/>
        <dsp:cNvSpPr/>
      </dsp:nvSpPr>
      <dsp:spPr>
        <a:xfrm>
          <a:off x="2206733" y="1901382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573AB-DAC7-4C79-AC50-8EACA101E15E}">
      <dsp:nvSpPr>
        <dsp:cNvPr id="0" name=""/>
        <dsp:cNvSpPr/>
      </dsp:nvSpPr>
      <dsp:spPr>
        <a:xfrm>
          <a:off x="2407345" y="20919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  <a:ea typeface="+mn-ea"/>
              <a:cs typeface="+mn-cs"/>
            </a:rPr>
            <a:t>Parameterized clock</a:t>
          </a:r>
          <a:endParaRPr lang="en-US" sz="1800" kern="1200">
            <a:ea typeface="+mn-ea"/>
            <a:cs typeface="+mn-cs"/>
          </a:endParaRPr>
        </a:p>
      </dsp:txBody>
      <dsp:txXfrm>
        <a:off x="2440925" y="2125544"/>
        <a:ext cx="1738349" cy="1079338"/>
      </dsp:txXfrm>
    </dsp:sp>
    <dsp:sp modelId="{89AC9980-133E-4A3A-A2ED-669D3967887C}">
      <dsp:nvSpPr>
        <dsp:cNvPr id="0" name=""/>
        <dsp:cNvSpPr/>
      </dsp:nvSpPr>
      <dsp:spPr>
        <a:xfrm>
          <a:off x="0" y="3572983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3C139-26C0-47F3-92EB-E1B2337B7670}">
      <dsp:nvSpPr>
        <dsp:cNvPr id="0" name=""/>
        <dsp:cNvSpPr/>
      </dsp:nvSpPr>
      <dsp:spPr>
        <a:xfrm>
          <a:off x="200612" y="37635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Same clock</a:t>
          </a:r>
        </a:p>
      </dsp:txBody>
      <dsp:txXfrm>
        <a:off x="234192" y="3797144"/>
        <a:ext cx="1738349" cy="1079338"/>
      </dsp:txXfrm>
    </dsp:sp>
    <dsp:sp modelId="{5D35608C-5B45-4190-A91D-64277423E064}">
      <dsp:nvSpPr>
        <dsp:cNvPr id="0" name=""/>
        <dsp:cNvSpPr/>
      </dsp:nvSpPr>
      <dsp:spPr>
        <a:xfrm>
          <a:off x="2206733" y="3572983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F67C8-0547-49E2-A30C-FEE7F369E0DA}">
      <dsp:nvSpPr>
        <dsp:cNvPr id="0" name=""/>
        <dsp:cNvSpPr/>
      </dsp:nvSpPr>
      <dsp:spPr>
        <a:xfrm>
          <a:off x="2407345" y="37635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Double clock</a:t>
          </a:r>
        </a:p>
      </dsp:txBody>
      <dsp:txXfrm>
        <a:off x="2440925" y="3797144"/>
        <a:ext cx="1738349" cy="1079338"/>
      </dsp:txXfrm>
    </dsp:sp>
    <dsp:sp modelId="{59F0AD53-20BD-4EDC-8F14-5F9031749472}">
      <dsp:nvSpPr>
        <dsp:cNvPr id="0" name=""/>
        <dsp:cNvSpPr/>
      </dsp:nvSpPr>
      <dsp:spPr>
        <a:xfrm>
          <a:off x="4413466" y="3572983"/>
          <a:ext cx="1805509" cy="1146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E397B-12D7-4F0D-BAC5-F932BD979BA1}">
      <dsp:nvSpPr>
        <dsp:cNvPr id="0" name=""/>
        <dsp:cNvSpPr/>
      </dsp:nvSpPr>
      <dsp:spPr>
        <a:xfrm>
          <a:off x="4614078" y="3763564"/>
          <a:ext cx="1805509" cy="1146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  <a:ea typeface="+mn-ea"/>
              <a:cs typeface="+mn-cs"/>
            </a:rPr>
            <a:t>Phase shift</a:t>
          </a:r>
        </a:p>
      </dsp:txBody>
      <dsp:txXfrm>
        <a:off x="4647658" y="3797144"/>
        <a:ext cx="1738349" cy="1079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83F65-ABAA-46CB-9180-B8583A21F72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BAE29-47DA-44A2-A633-F3CC4187D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81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ahb2apb_sb_comparator(4).sv, check_items and report_phase. Both branches execute concurrently under fork/join. Each gets expected then actual. join waits for both branches before the next check_items call. report_phase runs at the end of simulation, not after every pair. PASS means zero recorded mismatches, including when no checks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2926-353F-D387-8F8B-5C3E2904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CC773-CB3F-2B14-D43D-87C272FD8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13E19-034A-5954-17F0-7697256CB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ahb2apb_sb_comparator(4).sv, check_items and report_phase. Both branches execute concurrently under fork/join. Each gets expected then actual. join waits for both branches before the next check_items call. report_phase runs at the end of simulation, not after every pair. PASS means zero recorded mismatches, including when no checks ran.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17CBE-B865-8144-5567-9A90ACA10EA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912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scoreboard </a:t>
            </a:r>
            <a:r>
              <a:rPr err="1"/>
              <a:t>handle_reset</a:t>
            </a:r>
            <a:r>
              <a:t> and comparator </a:t>
            </a:r>
            <a:r>
              <a:rPr err="1"/>
              <a:t>handle_reset</a:t>
            </a:r>
            <a:r>
              <a:t>, </a:t>
            </a:r>
            <a:r>
              <a:rPr err="1"/>
              <a:t>release_reset</a:t>
            </a:r>
            <a:r>
              <a:t> and </a:t>
            </a:r>
            <a:r>
              <a:rPr err="1"/>
              <a:t>run_phase</a:t>
            </a:r>
            <a:r>
              <a:t>. External reset dispatch is not supplied. The scoreboard calls </a:t>
            </a:r>
            <a:r>
              <a:rPr err="1"/>
              <a:t>cmp.handle_reset</a:t>
            </a:r>
            <a:r>
              <a:t> then clears predictor </a:t>
            </a:r>
            <a:r>
              <a:rPr err="1"/>
              <a:t>data_mem</a:t>
            </a:r>
            <a:r>
              <a:t>. </a:t>
            </a:r>
            <a:r>
              <a:rPr err="1"/>
              <a:t>run_phase</a:t>
            </a:r>
            <a:r>
              <a:t> waits for </a:t>
            </a:r>
            <a:r>
              <a:rPr err="1"/>
              <a:t>active_reset</a:t>
            </a:r>
            <a:r>
              <a:t> and for the shared comparison flag to clear, then </a:t>
            </a:r>
            <a:r>
              <a:rPr err="1"/>
              <a:t>join_any</a:t>
            </a:r>
            <a:r>
              <a:t>/disable fork stops the worker. The shared flag is not a robust handshake for both parallel branches. Actual FIFOs and counters are not cleared. Only the comparator </a:t>
            </a:r>
            <a:r>
              <a:rPr err="1"/>
              <a:t>release_reset</a:t>
            </a:r>
            <a:r>
              <a:t>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FF124-7123-E7E1-2DF4-BF6822186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19652-6CBB-A602-E903-9A99AB0DE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518E4-F34C-2985-256A-86540D614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ahb2apb_sb_comparator(4).sv, check_items and report_phase. Both branches execute concurrently under fork/join. Each gets expected then actual. join waits for both branches before the next check_items call. report_phase runs at the end of simulation, not after every pair. PASS means zero recorded mismatches, including when no checks ran.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4FD3F-4382-4E43-2D3C-5C225E9205D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5019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F0B1-706E-1230-DD20-913F2580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1201E-5230-F8FC-6DAD-17F6FD28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B4379-2828-1E37-2BFD-6D11F9219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ahb2apb_sb_comparator(4).sv, check_items and report_phase. Both branches execute concurrently under fork/join. Each gets expected then actual. join waits for both branches before the next check_items call. report_phase runs at the end of simulation, not after every pair. PASS means zero recorded mismatches, including when no checks ran.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EAECC-55C1-D639-96B4-87059984A1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6678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63842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9042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3970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97472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62893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35816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8745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4569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87966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6249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185978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63150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37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  <p:sldLayoutId id="2147483738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6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8791501" cy="28664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700"/>
              <a:t>AHB2APB Async UVM Verification Environment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5024177"/>
            <a:ext cx="8791501" cy="7342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Presented by: Team B</a:t>
            </a:r>
          </a:p>
          <a:p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3AF7E2-A240-C246-AFB8-2AD8FF462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760799C4-90B2-C44F-B45C-4128C830B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8117A5FF-BE82-D049-80D2-F42CEB9E7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0BDBD55C-A498-F545-BABF-ACA34A20E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FC6DFD41-F3C6-7747-98B3-A47594E7B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FA2D6C8B-5842-3443-BC3B-700D61C56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7442654-B5C0-1847-A829-082D07974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42B39F10-6841-E54C-8D10-69B571EE1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5CB65-40AA-D34D-2DF5-C8F6D3EB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0C702B-7A5E-8001-F6E8-5FBC59354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AC957-E583-5256-5351-6FAC06E6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anchor="b">
            <a:normAutofit/>
          </a:bodyPr>
          <a:lstStyle/>
          <a:p>
            <a:r>
              <a:rPr lang="en-US"/>
              <a:t>Verification Plan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061E7F-4F47-93A3-AC26-FDD031072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53">
              <a:extLst>
                <a:ext uri="{FF2B5EF4-FFF2-40B4-BE49-F238E27FC236}">
                  <a16:creationId xmlns:a16="http://schemas.microsoft.com/office/drawing/2014/main" id="{C21B87E3-D63B-2FD3-EA96-CD1D8288F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55">
              <a:extLst>
                <a:ext uri="{FF2B5EF4-FFF2-40B4-BE49-F238E27FC236}">
                  <a16:creationId xmlns:a16="http://schemas.microsoft.com/office/drawing/2014/main" id="{D896CC43-0A3F-0DB3-1C6A-862FA69F8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7">
              <a:extLst>
                <a:ext uri="{FF2B5EF4-FFF2-40B4-BE49-F238E27FC236}">
                  <a16:creationId xmlns:a16="http://schemas.microsoft.com/office/drawing/2014/main" id="{BE6F14BB-F402-F1BE-E32C-F0106B9CF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8">
              <a:extLst>
                <a:ext uri="{FF2B5EF4-FFF2-40B4-BE49-F238E27FC236}">
                  <a16:creationId xmlns:a16="http://schemas.microsoft.com/office/drawing/2014/main" id="{FE0090F0-D35E-BF96-25A1-7915A0F83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910EA5-FF78-F1F2-B607-BD685E893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8B7BC3-7425-9B36-EA41-9713F8454B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131337"/>
      </p:ext>
    </p:extLst>
  </p:cSld>
  <p:clrMapOvr>
    <a:masterClrMapping/>
  </p:clrMapOvr>
  <p:transition spd="slow"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69C611-2885-0FF8-1A27-A90C6AF1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Environment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9B1FD7-575F-F7B4-C16D-3CCF6FEE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243" y="2160016"/>
            <a:ext cx="4657325" cy="36012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Double-interface</a:t>
            </a:r>
          </a:p>
          <a:p>
            <a:r>
              <a:rPr lang="en-US"/>
              <a:t>Double-agent (master and slave)</a:t>
            </a:r>
          </a:p>
          <a:p>
            <a:r>
              <a:rPr lang="en-US"/>
              <a:t>Agentic coverage</a:t>
            </a:r>
          </a:p>
          <a:p>
            <a:r>
              <a:rPr lang="en-US"/>
              <a:t>Virtual sequencer</a:t>
            </a:r>
          </a:p>
          <a:p>
            <a:r>
              <a:rPr lang="en-US"/>
              <a:t>Common scoreboard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B153A4-D9E3-C32D-52EC-698AF6D3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84" r="11584"/>
          <a:stretch/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804316"/>
      </p:ext>
    </p:extLst>
  </p:cSld>
  <p:clrMapOvr>
    <a:masterClrMapping/>
  </p:clrMapOvr>
  <p:transition spd="slow"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2492-2C2D-EF7B-B661-10DAF4A9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D1832A0-3ACE-BF7F-3D60-DEDB3A125502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3952875" y="5257800"/>
            <a:ext cx="1714500" cy="361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ACEF9AD-6DBE-3B3B-0D3D-D16A79C4DB37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>
            <a:off x="2143125" y="5257800"/>
            <a:ext cx="1809750" cy="361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091BB93-FD85-CAED-5264-0E43AE70DB5E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3952875" y="4429125"/>
            <a:ext cx="1714500" cy="333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952D832-F391-CDAE-C686-2E5CB8E22561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flipH="1">
            <a:off x="2143125" y="4429125"/>
            <a:ext cx="1809750" cy="333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DAA6E4-60B7-F55F-B8C8-CA5439CDAEB9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3952875" y="3619500"/>
            <a:ext cx="0" cy="38100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7433DD7-1DE5-9FE8-0412-83971C869BD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3952875" y="2590800"/>
            <a:ext cx="1714500" cy="361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2D61903-6693-8DD4-8D7A-0126E3A31A84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2143125" y="2590800"/>
            <a:ext cx="1809750" cy="361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7FCB5A0-C692-F296-8113-E69001DE0254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3952875" y="1762125"/>
            <a:ext cx="1714500" cy="333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3F0599C-D1CB-6A0C-EC62-30A45D47CCC3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flipH="1">
            <a:off x="2143125" y="1762125"/>
            <a:ext cx="1809750" cy="333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6B556-C804-8CC3-78E0-6EFD412D9AC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243A"/>
                </a:solidFill>
              </a:defRPr>
            </a:defPPr>
          </a:lstStyle>
          <a:p>
            <a:pPr>
              <a:defRPr sz="3150" b="1">
                <a:solidFill>
                  <a:srgbClr val="10243A"/>
                </a:solidFill>
              </a:defRPr>
            </a:pPr>
            <a:r>
              <a:rPr sz="3150" b="1">
                <a:solidFill>
                  <a:srgbClr val="10243A"/>
                </a:solidFill>
              </a:rPr>
              <a:t>Environment </a:t>
            </a:r>
            <a:r>
              <a:rPr lang="en-US" sz="3150" b="1">
                <a:solidFill>
                  <a:srgbClr val="10243A"/>
                </a:solidFill>
              </a:rPr>
              <a:t>Reset Handle</a:t>
            </a:r>
            <a:endParaRPr sz="3150" b="1">
              <a:solidFill>
                <a:srgbClr val="10243A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FAC5D-1EFC-8E75-01EC-99DC75DBEDE1}"/>
              </a:ext>
            </a:extLst>
          </p:cNvPr>
          <p:cNvSpPr>
            <a:spLocks noGrp="1"/>
          </p:cNvSpPr>
          <p:nvPr/>
        </p:nvSpPr>
        <p:spPr>
          <a:xfrm>
            <a:off x="1000125" y="1333500"/>
            <a:ext cx="5905500" cy="428625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fork: wait for reset start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42D4BB-E72D-12A6-96A5-2A9B11D1B269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3048000" cy="4953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AHB reset-start waiter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00B497-C86F-7662-B403-9562F1DEA505}"/>
              </a:ext>
            </a:extLst>
          </p:cNvPr>
          <p:cNvSpPr>
            <a:spLocks noGrp="1"/>
          </p:cNvSpPr>
          <p:nvPr/>
        </p:nvSpPr>
        <p:spPr>
          <a:xfrm>
            <a:off x="4143375" y="2095500"/>
            <a:ext cx="3048000" cy="4953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APB reset-start waiter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AE86B2-B53C-8FFE-8C07-9AFA55F03D00}"/>
              </a:ext>
            </a:extLst>
          </p:cNvPr>
          <p:cNvSpPr>
            <a:spLocks noGrp="1"/>
          </p:cNvSpPr>
          <p:nvPr/>
        </p:nvSpPr>
        <p:spPr>
          <a:xfrm>
            <a:off x="1000125" y="2952750"/>
            <a:ext cx="5905500" cy="6667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join_any: either waiter completes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env.handle_reset() calls sb.handle_reset()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3D239-B94E-97EC-2C03-9BB3B9E12A90}"/>
              </a:ext>
            </a:extLst>
          </p:cNvPr>
          <p:cNvSpPr>
            <a:spLocks noGrp="1"/>
          </p:cNvSpPr>
          <p:nvPr/>
        </p:nvSpPr>
        <p:spPr>
          <a:xfrm>
            <a:off x="1000125" y="4000500"/>
            <a:ext cx="5905500" cy="428625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fork: wait for reset end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C079E2-734B-F9E1-07FE-3FE63DD0915F}"/>
              </a:ext>
            </a:extLst>
          </p:cNvPr>
          <p:cNvSpPr>
            <a:spLocks noGrp="1"/>
          </p:cNvSpPr>
          <p:nvPr/>
        </p:nvSpPr>
        <p:spPr>
          <a:xfrm>
            <a:off x="619125" y="4762500"/>
            <a:ext cx="3048000" cy="4953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AHB reset-end waiter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500618-7C03-D0EE-2B02-0FC3C4852D57}"/>
              </a:ext>
            </a:extLst>
          </p:cNvPr>
          <p:cNvSpPr>
            <a:spLocks noGrp="1"/>
          </p:cNvSpPr>
          <p:nvPr/>
        </p:nvSpPr>
        <p:spPr>
          <a:xfrm>
            <a:off x="4143375" y="4762500"/>
            <a:ext cx="3048000" cy="4953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APB reset-end waiter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13369D-BAB7-CEFE-238C-9AEBC7307644}"/>
              </a:ext>
            </a:extLst>
          </p:cNvPr>
          <p:cNvSpPr>
            <a:spLocks noGrp="1"/>
          </p:cNvSpPr>
          <p:nvPr/>
        </p:nvSpPr>
        <p:spPr>
          <a:xfrm>
            <a:off x="1000125" y="5619750"/>
            <a:ext cx="5905500" cy="61912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join: both waiters complete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 err="1">
                <a:solidFill>
                  <a:srgbClr val="FFFFFF"/>
                </a:solidFill>
              </a:rPr>
              <a:t>sb.cmp.release_reset</a:t>
            </a:r>
            <a:r>
              <a:rPr sz="1725" b="1">
                <a:solidFill>
                  <a:srgbClr val="FFFFFF"/>
                </a:solidFill>
              </a:rPr>
              <a:t>()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D06D6B-1E96-B68A-348B-062EE48C1D47}"/>
              </a:ext>
            </a:extLst>
          </p:cNvPr>
          <p:cNvSpPr>
            <a:spLocks noGrp="1"/>
          </p:cNvSpPr>
          <p:nvPr/>
        </p:nvSpPr>
        <p:spPr>
          <a:xfrm>
            <a:off x="7953375" y="1476375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F87"/>
                </a:solidFill>
              </a:defRPr>
            </a:defPPr>
          </a:lstStyle>
          <a:p>
            <a:pPr>
              <a:defRPr sz="2175" b="1">
                <a:solidFill>
                  <a:srgbClr val="007F87"/>
                </a:solidFill>
              </a:defRPr>
            </a:pPr>
            <a:r>
              <a:rPr sz="2175" b="1" dirty="0">
                <a:solidFill>
                  <a:srgbClr val="007F87"/>
                </a:solidFill>
              </a:rPr>
              <a:t>Reset behavior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FD129E-6F15-788E-7749-A1224D302922}"/>
              </a:ext>
            </a:extLst>
          </p:cNvPr>
          <p:cNvSpPr>
            <a:spLocks noGrp="1"/>
          </p:cNvSpPr>
          <p:nvPr/>
        </p:nvSpPr>
        <p:spPr>
          <a:xfrm>
            <a:off x="7953375" y="2095500"/>
            <a:ext cx="3571875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0243A"/>
                </a:solidFill>
              </a:defRPr>
            </a:defPPr>
          </a:lstStyle>
          <a:p>
            <a:pPr>
              <a:defRPr sz="1875" b="0">
                <a:solidFill>
                  <a:srgbClr val="10243A"/>
                </a:solidFill>
              </a:defRPr>
            </a:pPr>
            <a:r>
              <a:rPr sz="1875" b="0" dirty="0">
                <a:solidFill>
                  <a:srgbClr val="10243A"/>
                </a:solidFill>
              </a:rPr>
              <a:t>• Either reset starts scoreboard handling.</a:t>
            </a:r>
          </a:p>
          <a:p>
            <a:pPr>
              <a:defRPr sz="1875" b="0">
                <a:solidFill>
                  <a:srgbClr val="10243A"/>
                </a:solidFill>
              </a:defRPr>
            </a:pPr>
            <a:endParaRPr sz="1875" b="0" dirty="0">
              <a:solidFill>
                <a:srgbClr val="10243A"/>
              </a:solidFill>
            </a:endParaRPr>
          </a:p>
          <a:p>
            <a:endParaRPr sz="1875" b="0" dirty="0">
              <a:solidFill>
                <a:srgbClr val="10243A"/>
              </a:solidFill>
            </a:endParaRPr>
          </a:p>
          <a:p>
            <a:pPr>
              <a:defRPr sz="1875" b="0">
                <a:solidFill>
                  <a:srgbClr val="10243A"/>
                </a:solidFill>
              </a:defRPr>
            </a:pPr>
            <a:r>
              <a:rPr sz="1875" b="0" dirty="0">
                <a:solidFill>
                  <a:srgbClr val="10243A"/>
                </a:solidFill>
              </a:rPr>
              <a:t>• Both end waiters finish before </a:t>
            </a:r>
            <a:r>
              <a:rPr lang="en-US" sz="1875" dirty="0">
                <a:solidFill>
                  <a:srgbClr val="10243A"/>
                </a:solidFill>
              </a:rPr>
              <a:t>every block </a:t>
            </a:r>
            <a:r>
              <a:rPr sz="1875" b="0" dirty="0">
                <a:solidFill>
                  <a:srgbClr val="10243A"/>
                </a:solidFill>
              </a:rPr>
              <a:t>resumes.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BA97FF6-0F17-62E0-678C-219F501F6885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 rot="5400000" flipH="1">
            <a:off x="1500187" y="3786188"/>
            <a:ext cx="4905375" cy="12700"/>
          </a:xfrm>
          <a:prstGeom prst="bentConnector5">
            <a:avLst>
              <a:gd name="adj1" fmla="val -4660"/>
              <a:gd name="adj2" fmla="val 29175000"/>
              <a:gd name="adj3" fmla="val 10466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2485525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61870-488F-2E8C-021E-EA6124B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anchor="b">
            <a:normAutofit/>
          </a:bodyPr>
          <a:lstStyle/>
          <a:p>
            <a:r>
              <a:rPr lang="en-US"/>
              <a:t>AHB Agent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7A5675-559F-7583-523F-AC87BC36D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154286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5692463"/>
      </p:ext>
    </p:extLst>
  </p:cSld>
  <p:clrMapOvr>
    <a:masterClrMapping/>
  </p:clrMapOvr>
  <p:transition spd="slow"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5434-1DCA-930A-1845-B9742C5E6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365" y="258846"/>
            <a:ext cx="7335835" cy="1268984"/>
          </a:xfrm>
        </p:spPr>
        <p:txBody>
          <a:bodyPr/>
          <a:lstStyle/>
          <a:p>
            <a:r>
              <a:rPr lang="en-US" dirty="0"/>
              <a:t>Agent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F3C61E-932A-547B-2C9F-1F2DB0652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1527830"/>
            <a:ext cx="3903133" cy="4508480"/>
          </a:xfrm>
          <a:prstGeom prst="rect">
            <a:avLst/>
          </a:prstGeom>
        </p:spPr>
      </p:pic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764DC65-F5B9-747C-3EFF-B91F6EA3B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1" y="1909816"/>
            <a:ext cx="4657325" cy="36012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Agent</a:t>
            </a:r>
          </a:p>
          <a:p>
            <a:pPr lvl="1"/>
            <a:r>
              <a:rPr lang="en-US" dirty="0"/>
              <a:t>Optional Coverage Build</a:t>
            </a:r>
          </a:p>
          <a:p>
            <a:pPr lvl="1"/>
            <a:r>
              <a:rPr lang="en-US" dirty="0"/>
              <a:t>Configurable to be Passive or Active</a:t>
            </a:r>
          </a:p>
          <a:p>
            <a:pPr lvl="1"/>
            <a:r>
              <a:rPr lang="en-US" dirty="0"/>
              <a:t>Calls Reset Handling Of Children</a:t>
            </a:r>
            <a:endParaRPr lang="ar-EG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91867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5434-1DCA-930A-1845-B9742C5E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Configuration Object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41334-358C-BAD4-ADAF-E8914B895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Contains: </a:t>
            </a:r>
          </a:p>
          <a:p>
            <a:pPr lvl="1"/>
            <a:r>
              <a:rPr lang="en-US" dirty="0"/>
              <a:t>Virtual interface handler.</a:t>
            </a:r>
          </a:p>
          <a:p>
            <a:pPr lvl="1"/>
            <a:r>
              <a:rPr lang="en-US" dirty="0"/>
              <a:t>Coverage enable .</a:t>
            </a:r>
          </a:p>
          <a:p>
            <a:pPr lvl="1"/>
            <a:r>
              <a:rPr lang="en-US" dirty="0"/>
              <a:t>Active passive variable,</a:t>
            </a:r>
          </a:p>
          <a:p>
            <a:pPr lvl="1"/>
            <a:r>
              <a:rPr lang="en-US" dirty="0"/>
              <a:t>Stuck threshold for timeout.</a:t>
            </a:r>
          </a:p>
          <a:p>
            <a:pPr lvl="1"/>
            <a:r>
              <a:rPr lang="en-US" dirty="0"/>
              <a:t>Setters and getters for object fields.</a:t>
            </a:r>
          </a:p>
        </p:txBody>
      </p:sp>
    </p:spTree>
    <p:extLst>
      <p:ext uri="{BB962C8B-B14F-4D97-AF65-F5344CB8AC3E}">
        <p14:creationId xmlns:p14="http://schemas.microsoft.com/office/powerpoint/2010/main" val="25381656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5434-1DCA-930A-1845-B9742C5E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Item monitor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41334-358C-BAD4-ADAF-E8914B895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584282"/>
            <a:ext cx="9112250" cy="4867318"/>
          </a:xfrm>
        </p:spPr>
        <p:txBody>
          <a:bodyPr>
            <a:normAutofit/>
          </a:bodyPr>
          <a:lstStyle/>
          <a:p>
            <a:r>
              <a:rPr lang="en-US" dirty="0"/>
              <a:t>Contains all AHB Interface Signals with some Extra Controlling Signals:</a:t>
            </a:r>
          </a:p>
          <a:p>
            <a:pPr lvl="1"/>
            <a:r>
              <a:rPr lang="en-US" dirty="0" err="1"/>
              <a:t>Is_in_progress</a:t>
            </a:r>
            <a:r>
              <a:rPr lang="en-US" dirty="0"/>
              <a:t>: When Asserted Represent that the Current Inputs Still Waits The Response</a:t>
            </a:r>
          </a:p>
          <a:p>
            <a:pPr lvl="1"/>
            <a:r>
              <a:rPr lang="en-US" dirty="0"/>
              <a:t>Length: Used For Timeout Logic</a:t>
            </a:r>
          </a:p>
          <a:p>
            <a:pPr lvl="1"/>
            <a:r>
              <a:rPr lang="en-US" dirty="0"/>
              <a:t>Waiting: Monitors The Time Waited Between Transfers</a:t>
            </a:r>
          </a:p>
          <a:p>
            <a:r>
              <a:rPr lang="en-US" dirty="0"/>
              <a:t>Implements Customized Functions:</a:t>
            </a:r>
          </a:p>
          <a:p>
            <a:pPr lvl="1"/>
            <a:r>
              <a:rPr lang="en-US" dirty="0"/>
              <a:t>In2string: Convert Inputs to String</a:t>
            </a:r>
          </a:p>
          <a:p>
            <a:pPr lvl="1"/>
            <a:r>
              <a:rPr lang="en-US" dirty="0"/>
              <a:t>Out2string: Convert Outputs to String</a:t>
            </a:r>
            <a:endParaRPr lang="ar-EG" dirty="0"/>
          </a:p>
          <a:p>
            <a:pPr lvl="1"/>
            <a:r>
              <a:rPr lang="en-US" dirty="0"/>
              <a:t>Convert2string: Convert all Signals to a well documented string</a:t>
            </a:r>
          </a:p>
          <a:p>
            <a:pPr lvl="1"/>
            <a:r>
              <a:rPr lang="en-US" dirty="0" err="1"/>
              <a:t>Reset_item</a:t>
            </a:r>
            <a:r>
              <a:rPr lang="en-US" dirty="0"/>
              <a:t>: Resets all signals in the current item</a:t>
            </a:r>
          </a:p>
        </p:txBody>
      </p:sp>
    </p:spTree>
    <p:extLst>
      <p:ext uri="{BB962C8B-B14F-4D97-AF65-F5344CB8AC3E}">
        <p14:creationId xmlns:p14="http://schemas.microsoft.com/office/powerpoint/2010/main" val="11740852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5434-1DCA-930A-1845-B9742C5E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Monitor logic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41334-358C-BAD4-ADAF-E8914B895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 time (for HSEL = 1)</a:t>
            </a:r>
          </a:p>
          <a:p>
            <a:pPr lvl="1"/>
            <a:r>
              <a:rPr lang="en-US" dirty="0"/>
              <a:t>HREADY = 1 and the cycle after for read operations to capture data</a:t>
            </a:r>
          </a:p>
          <a:p>
            <a:pPr lvl="1"/>
            <a:r>
              <a:rPr lang="en-US" dirty="0"/>
              <a:t>If HSEL was De-asserted but there is an input in Progress it will be captured also when HREADY is asserted</a:t>
            </a:r>
          </a:p>
          <a:p>
            <a:r>
              <a:rPr lang="en-US" dirty="0"/>
              <a:t>If the waited Time For The response Exceeded Stuck Threshold the Item Will Be </a:t>
            </a:r>
            <a:r>
              <a:rPr lang="en-US" dirty="0" err="1"/>
              <a:t>Reseted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8748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5434-1DCA-930A-1845-B9742C5E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Item drive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798E6-79A2-66EF-8911-F504F1A2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886" y="2039874"/>
            <a:ext cx="3147099" cy="328938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CCD303-DA31-FCF5-203D-138D756D7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7335835" cy="632345"/>
          </a:xfrm>
        </p:spPr>
        <p:txBody>
          <a:bodyPr/>
          <a:lstStyle/>
          <a:p>
            <a:r>
              <a:rPr lang="en-US" dirty="0"/>
              <a:t>Item fields: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5BFC3CA-D1D4-0E46-733B-733CD9CC1A79}"/>
              </a:ext>
            </a:extLst>
          </p:cNvPr>
          <p:cNvSpPr txBox="1">
            <a:spLocks/>
          </p:cNvSpPr>
          <p:nvPr/>
        </p:nvSpPr>
        <p:spPr>
          <a:xfrm>
            <a:off x="-12826621" y="2160016"/>
            <a:ext cx="7335835" cy="292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Soft constraints.</a:t>
            </a:r>
          </a:p>
          <a:p>
            <a:r>
              <a:rPr lang="en-US" dirty="0"/>
              <a:t>Utility macros for helper functions:</a:t>
            </a:r>
          </a:p>
          <a:p>
            <a:pPr lvl="1"/>
            <a:r>
              <a:rPr lang="en-US" dirty="0"/>
              <a:t>Clone, copy, compare, </a:t>
            </a:r>
            <a:r>
              <a:rPr lang="en-US" dirty="0" err="1"/>
              <a:t>etc</a:t>
            </a:r>
            <a:r>
              <a:rPr lang="en-US" dirty="0"/>
              <a:t>……</a:t>
            </a:r>
          </a:p>
          <a:p>
            <a:r>
              <a:rPr lang="en-US" dirty="0"/>
              <a:t>Conver2string method for printing.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B30A6-C3E5-3849-575B-6FAEB3E06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02876" y="2518331"/>
            <a:ext cx="4900085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7224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FB077-96A3-C410-DAD9-E8190EE83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3345-9801-B42E-5C29-06303EFD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Item drive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7D83A8-22FD-5D89-EC47-E49A7CCD4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7335835" cy="2923261"/>
          </a:xfrm>
        </p:spPr>
        <p:txBody>
          <a:bodyPr/>
          <a:lstStyle/>
          <a:p>
            <a:r>
              <a:rPr lang="en-US" dirty="0"/>
              <a:t>Soft constraints.</a:t>
            </a:r>
          </a:p>
          <a:p>
            <a:r>
              <a:rPr lang="en-US" dirty="0"/>
              <a:t>Utility macros for helper functions:</a:t>
            </a:r>
          </a:p>
          <a:p>
            <a:pPr lvl="1"/>
            <a:r>
              <a:rPr lang="en-US" dirty="0"/>
              <a:t>Clone, copy, compare, </a:t>
            </a:r>
            <a:r>
              <a:rPr lang="en-US" dirty="0" err="1"/>
              <a:t>etc</a:t>
            </a:r>
            <a:r>
              <a:rPr lang="en-US" dirty="0"/>
              <a:t>……</a:t>
            </a:r>
          </a:p>
          <a:p>
            <a:r>
              <a:rPr lang="en-US" dirty="0"/>
              <a:t>Conver2string method for printing.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F5538-87CC-A625-D8B6-C13278C71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18331"/>
            <a:ext cx="4900085" cy="1821338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508A625-C29C-8C41-6435-F16EC24F3338}"/>
              </a:ext>
            </a:extLst>
          </p:cNvPr>
          <p:cNvSpPr txBox="1">
            <a:spLocks/>
          </p:cNvSpPr>
          <p:nvPr/>
        </p:nvSpPr>
        <p:spPr>
          <a:xfrm>
            <a:off x="12772406" y="2160016"/>
            <a:ext cx="7335835" cy="632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Item fields: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648F3-046B-9AB4-A791-6A63A6036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2973" y="2039874"/>
            <a:ext cx="3147099" cy="328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57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070A-97D9-5A1F-E888-60FBFDAC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9B9FD1B-D7F8-1CCC-CCED-73E865209208}"/>
              </a:ext>
            </a:extLst>
          </p:cNvPr>
          <p:cNvSpPr txBox="1">
            <a:spLocks/>
          </p:cNvSpPr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140"/>
              </a:lnSpc>
            </a:pPr>
            <a:r>
              <a:rPr lang="en-US" sz="3600">
                <a:solidFill>
                  <a:srgbClr val="0F1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Driver structure</a:t>
            </a:r>
            <a:endParaRPr lang="en-US" sz="36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D9B032A-5D87-5209-26A4-0DC7BDBC23C8}"/>
              </a:ext>
            </a:extLst>
          </p:cNvPr>
          <p:cNvSpPr/>
          <p:nvPr/>
        </p:nvSpPr>
        <p:spPr>
          <a:xfrm>
            <a:off x="971550" y="2112193"/>
            <a:ext cx="2406650" cy="1631327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5D02C04-FD8F-1452-5CD8-2708993D7A7D}"/>
              </a:ext>
            </a:extLst>
          </p:cNvPr>
          <p:cNvSpPr/>
          <p:nvPr/>
        </p:nvSpPr>
        <p:spPr>
          <a:xfrm>
            <a:off x="1176655" y="2317299"/>
            <a:ext cx="20563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drive_transactions</a:t>
            </a:r>
            <a:endParaRPr lang="en-US" sz="14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EB104CD-455E-4C16-30A9-A79AD0A8901A}"/>
              </a:ext>
            </a:extLst>
          </p:cNvPr>
          <p:cNvSpPr/>
          <p:nvPr/>
        </p:nvSpPr>
        <p:spPr>
          <a:xfrm>
            <a:off x="1176655" y="2632259"/>
            <a:ext cx="205633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try_next_item: an item goes to drive_transaction, no item means idle</a:t>
            </a:r>
            <a:endParaRPr lang="en-US" sz="13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D5BD832-E1DF-53B2-2AC2-70662B69E638}"/>
              </a:ext>
            </a:extLst>
          </p:cNvPr>
          <p:cNvSpPr/>
          <p:nvPr/>
        </p:nvSpPr>
        <p:spPr>
          <a:xfrm>
            <a:off x="3689350" y="2112194"/>
            <a:ext cx="2406650" cy="1583690"/>
          </a:xfrm>
          <a:prstGeom prst="roundRect">
            <a:avLst>
              <a:gd name="adj" fmla="val 6215"/>
            </a:avLst>
          </a:prstGeom>
          <a:solidFill>
            <a:srgbClr val="FFFFFF"/>
          </a:solidFill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B9219D-53F2-A357-4A95-01CAB4407D15}"/>
              </a:ext>
            </a:extLst>
          </p:cNvPr>
          <p:cNvSpPr/>
          <p:nvPr/>
        </p:nvSpPr>
        <p:spPr>
          <a:xfrm>
            <a:off x="3894455" y="2317299"/>
            <a:ext cx="20563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drive_transaction</a:t>
            </a:r>
            <a:endParaRPr lang="en-US" sz="14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5C26FCC-2FF5-A2BE-D137-2822FA9FF91E}"/>
              </a:ext>
            </a:extLst>
          </p:cNvPr>
          <p:cNvSpPr/>
          <p:nvPr/>
        </p:nvSpPr>
        <p:spPr>
          <a:xfrm>
            <a:off x="3894455" y="2632259"/>
            <a:ext cx="2056333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Forks data_phase(prev_item) with addr_phase(item), then prev_item = item</a:t>
            </a:r>
            <a:endParaRPr lang="en-US" sz="13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57EE705C-3DE6-7EB5-2F71-84EBB16EBB7E}"/>
              </a:ext>
            </a:extLst>
          </p:cNvPr>
          <p:cNvSpPr/>
          <p:nvPr/>
        </p:nvSpPr>
        <p:spPr>
          <a:xfrm>
            <a:off x="6407150" y="2112194"/>
            <a:ext cx="2406650" cy="1583690"/>
          </a:xfrm>
          <a:prstGeom prst="roundRect">
            <a:avLst>
              <a:gd name="adj" fmla="val 8526"/>
            </a:avLst>
          </a:prstGeom>
          <a:solidFill>
            <a:srgbClr val="FFFFFF"/>
          </a:solidFill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BD3CB52-AD87-2CAB-EF9C-F82DDBF8EAEA}"/>
              </a:ext>
            </a:extLst>
          </p:cNvPr>
          <p:cNvSpPr/>
          <p:nvPr/>
        </p:nvSpPr>
        <p:spPr>
          <a:xfrm>
            <a:off x="6612255" y="2317299"/>
            <a:ext cx="20563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handle_reset</a:t>
            </a:r>
            <a:endParaRPr lang="en-US" sz="14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39C3197-7E91-36C0-CA21-7D004EB0E135}"/>
              </a:ext>
            </a:extLst>
          </p:cNvPr>
          <p:cNvSpPr/>
          <p:nvPr/>
        </p:nvSpPr>
        <p:spPr>
          <a:xfrm>
            <a:off x="6612255" y="2632259"/>
            <a:ext cx="205633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Kills the drive process and restores default pin values</a:t>
            </a:r>
            <a:endParaRPr lang="en-US" sz="13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BEB9C2-F9C0-AB69-6A76-2235D4C54F6C}"/>
              </a:ext>
            </a:extLst>
          </p:cNvPr>
          <p:cNvGrpSpPr/>
          <p:nvPr/>
        </p:nvGrpSpPr>
        <p:grpSpPr>
          <a:xfrm>
            <a:off x="1777446" y="4229468"/>
            <a:ext cx="5833029" cy="1497781"/>
            <a:chOff x="295525" y="2032000"/>
            <a:chExt cx="10610854" cy="2286000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7E69BEE3-B3B4-18D9-0343-DF3B7334E30E}"/>
                </a:ext>
              </a:extLst>
            </p:cNvPr>
            <p:cNvSpPr/>
            <p:nvPr/>
          </p:nvSpPr>
          <p:spPr>
            <a:xfrm>
              <a:off x="2540000" y="2032000"/>
              <a:ext cx="207987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25000" lnSpcReduction="20000"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5B657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T1</a:t>
              </a:r>
              <a:endParaRPr lang="en-US" sz="1400" dirty="0"/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44847ED6-94F0-7503-00E3-B0D8AFB14794}"/>
                </a:ext>
              </a:extLst>
            </p:cNvPr>
            <p:cNvSpPr/>
            <p:nvPr/>
          </p:nvSpPr>
          <p:spPr>
            <a:xfrm>
              <a:off x="4635500" y="2032000"/>
              <a:ext cx="207987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25000" lnSpcReduction="20000"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5B657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T2</a:t>
              </a:r>
              <a:endParaRPr lang="en-US" sz="1400" dirty="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48FC75E5-7388-5963-A299-046B04CDF3FA}"/>
                </a:ext>
              </a:extLst>
            </p:cNvPr>
            <p:cNvSpPr/>
            <p:nvPr/>
          </p:nvSpPr>
          <p:spPr>
            <a:xfrm>
              <a:off x="6731000" y="2032000"/>
              <a:ext cx="207987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25000" lnSpcReduction="20000"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5B657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T3</a:t>
              </a:r>
              <a:endParaRPr lang="en-US" sz="14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213E8EAC-788C-805C-3D79-B77D86BAA249}"/>
                </a:ext>
              </a:extLst>
            </p:cNvPr>
            <p:cNvSpPr/>
            <p:nvPr/>
          </p:nvSpPr>
          <p:spPr>
            <a:xfrm>
              <a:off x="8826500" y="2032000"/>
              <a:ext cx="207987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25000" lnSpcReduction="20000"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5B657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T4</a:t>
              </a:r>
              <a:endParaRPr lang="en-US" sz="14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96274699-F380-D259-0EC0-3944230FECB5}"/>
                </a:ext>
              </a:extLst>
            </p:cNvPr>
            <p:cNvSpPr/>
            <p:nvPr/>
          </p:nvSpPr>
          <p:spPr>
            <a:xfrm>
              <a:off x="295525" y="2783839"/>
              <a:ext cx="221907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5B657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Address phase</a:t>
              </a:r>
              <a:endParaRPr lang="en-US" sz="140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57FCD0F9-61F6-56CE-F1EC-FA2B6A07D7DC}"/>
                </a:ext>
              </a:extLst>
            </p:cNvPr>
            <p:cNvSpPr/>
            <p:nvPr/>
          </p:nvSpPr>
          <p:spPr>
            <a:xfrm>
              <a:off x="295525" y="3799840"/>
              <a:ext cx="170179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dirty="0">
                  <a:solidFill>
                    <a:srgbClr val="5B657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Data phase</a:t>
              </a:r>
              <a:endParaRPr lang="en-US" sz="1400" dirty="0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1544BE22-5569-3474-D36F-84D4E2ACDF47}"/>
                </a:ext>
              </a:extLst>
            </p:cNvPr>
            <p:cNvSpPr/>
            <p:nvPr/>
          </p:nvSpPr>
          <p:spPr>
            <a:xfrm>
              <a:off x="2540000" y="2540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4AA3F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 dirty="0">
                  <a:solidFill>
                    <a:srgbClr val="0F172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A addr</a:t>
              </a:r>
              <a:endParaRPr lang="en-US" sz="1600" dirty="0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993B0649-4C33-48BF-D1FF-09129A18F7E7}"/>
                </a:ext>
              </a:extLst>
            </p:cNvPr>
            <p:cNvSpPr/>
            <p:nvPr/>
          </p:nvSpPr>
          <p:spPr>
            <a:xfrm>
              <a:off x="4635500" y="2540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FF9F43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 dirty="0">
                  <a:solidFill>
                    <a:srgbClr val="0F172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B addr</a:t>
              </a:r>
              <a:endParaRPr lang="en-US" sz="1600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AE68168A-C305-D887-5A49-D026A0853293}"/>
                </a:ext>
              </a:extLst>
            </p:cNvPr>
            <p:cNvSpPr/>
            <p:nvPr/>
          </p:nvSpPr>
          <p:spPr>
            <a:xfrm>
              <a:off x="4635500" y="3556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4AA3F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 dirty="0">
                  <a:solidFill>
                    <a:srgbClr val="0F172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A data</a:t>
              </a:r>
              <a:endParaRPr lang="en-US" sz="1600" dirty="0"/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3F43C2E1-1F3E-BCF6-E959-3866F2F9BF0C}"/>
                </a:ext>
              </a:extLst>
            </p:cNvPr>
            <p:cNvSpPr/>
            <p:nvPr/>
          </p:nvSpPr>
          <p:spPr>
            <a:xfrm>
              <a:off x="6731000" y="2540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5FD39A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 dirty="0">
                  <a:solidFill>
                    <a:srgbClr val="0F172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C addr</a:t>
              </a:r>
              <a:endParaRPr lang="en-US" sz="1600" dirty="0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185FE530-52B6-2807-9979-E364AB96E9C6}"/>
                </a:ext>
              </a:extLst>
            </p:cNvPr>
            <p:cNvSpPr/>
            <p:nvPr/>
          </p:nvSpPr>
          <p:spPr>
            <a:xfrm>
              <a:off x="6731000" y="3556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FF9F43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 dirty="0">
                  <a:solidFill>
                    <a:srgbClr val="0F172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B data</a:t>
              </a:r>
              <a:endParaRPr lang="en-US" sz="1600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9F26EFF1-66E5-4CB8-2C7D-6D440B8FE61E}"/>
                </a:ext>
              </a:extLst>
            </p:cNvPr>
            <p:cNvSpPr/>
            <p:nvPr/>
          </p:nvSpPr>
          <p:spPr>
            <a:xfrm>
              <a:off x="8826500" y="3556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5FD39A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 dirty="0">
                  <a:solidFill>
                    <a:srgbClr val="0F1720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C data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216804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B2190-FE34-FFBD-C743-A022D904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68B8-42EE-2455-A367-47754AAD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Driver reset handling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FAF8F-F1AB-524F-99D8-B8F93CF6E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5462024" cy="2494418"/>
          </a:xfrm>
        </p:spPr>
        <p:txBody>
          <a:bodyPr/>
          <a:lstStyle/>
          <a:p>
            <a:r>
              <a:rPr lang="en-US" dirty="0"/>
              <a:t>Killing driving process.</a:t>
            </a:r>
          </a:p>
          <a:p>
            <a:r>
              <a:rPr lang="en-US" dirty="0"/>
              <a:t>Driving default values.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how the driver Recovers?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7A3478-2382-97DB-72C5-9D3A45BB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34972"/>
            <a:ext cx="4999153" cy="20575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2A9648-06E9-12D9-9015-3472A3531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33127"/>
            <a:ext cx="4435224" cy="212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0813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5434-1DCA-930A-1845-B9742C5E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Sequencer reset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41334-358C-BAD4-ADAF-E8914B895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Stop all running sequences.</a:t>
            </a:r>
          </a:p>
          <a:p>
            <a:r>
              <a:rPr lang="en-US" dirty="0"/>
              <a:t>Drop all objections</a:t>
            </a:r>
          </a:p>
          <a:p>
            <a:r>
              <a:rPr lang="en-US" dirty="0"/>
              <a:t>Starts a new phase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DA26A-981F-2229-FFB3-80980EF4E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26" y="2160016"/>
            <a:ext cx="5060118" cy="24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907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E7F2-7C92-F139-BC21-5B9CBA06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B124BB-C49C-EEFB-BB02-2287491267DC}"/>
              </a:ext>
            </a:extLst>
          </p:cNvPr>
          <p:cNvSpPr txBox="1"/>
          <p:nvPr/>
        </p:nvSpPr>
        <p:spPr>
          <a:xfrm>
            <a:off x="502920" y="310896"/>
            <a:ext cx="1127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AHB Sequences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9054A5-CCEA-87B2-F485-67481DDA49BE}"/>
              </a:ext>
            </a:extLst>
          </p:cNvPr>
          <p:cNvSpPr/>
          <p:nvPr/>
        </p:nvSpPr>
        <p:spPr>
          <a:xfrm>
            <a:off x="530352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Read transfer with no overlapping</a:t>
            </a:r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8BBBF9-B7A5-0EE0-769C-C3792EF81FA4}"/>
              </a:ext>
            </a:extLst>
          </p:cNvPr>
          <p:cNvSpPr/>
          <p:nvPr/>
        </p:nvSpPr>
        <p:spPr>
          <a:xfrm>
            <a:off x="530352" y="2432304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Write transfer with no overlapping</a:t>
            </a:r>
            <a:endParaRPr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C73630-66E3-AD7F-26AA-044C0C841F37}"/>
              </a:ext>
            </a:extLst>
          </p:cNvPr>
          <p:cNvSpPr/>
          <p:nvPr/>
        </p:nvSpPr>
        <p:spPr>
          <a:xfrm>
            <a:off x="530352" y="3447287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Read transfer with overlapping</a:t>
            </a:r>
            <a:endParaRPr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958DA0-08A7-8F69-186B-5954D6F5F903}"/>
              </a:ext>
            </a:extLst>
          </p:cNvPr>
          <p:cNvSpPr/>
          <p:nvPr/>
        </p:nvSpPr>
        <p:spPr>
          <a:xfrm>
            <a:off x="530352" y="4462272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Write transfer with overlapping</a:t>
            </a:r>
            <a:endParaRPr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B4B4F5-DE1C-6BA2-2803-50B05BA22FFE}"/>
              </a:ext>
            </a:extLst>
          </p:cNvPr>
          <p:cNvSpPr/>
          <p:nvPr/>
        </p:nvSpPr>
        <p:spPr>
          <a:xfrm>
            <a:off x="530352" y="5477255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Random read-write transfers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54445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24" grpId="0" animBg="1"/>
      <p:bldP spid="30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E667-4E64-63BD-B4B6-A9B4C114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AFCCC-C1D8-2026-D15F-F8C22AB82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7A506E6A-528A-BFBB-AA9E-E4B33410C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2740E7-C718-5060-D56B-A852E90D491A}"/>
              </a:ext>
            </a:extLst>
          </p:cNvPr>
          <p:cNvSpPr txBox="1">
            <a:spLocks/>
          </p:cNvSpPr>
          <p:nvPr/>
        </p:nvSpPr>
        <p:spPr>
          <a:xfrm>
            <a:off x="565150" y="2485898"/>
            <a:ext cx="3608387" cy="3395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APB Reactive </a:t>
            </a:r>
            <a:r>
              <a:rPr lang="en-US"/>
              <a:t>Slave Agent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4E6CF6-9595-D2DD-0A3F-86516C063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9" name="Freeform 53">
              <a:extLst>
                <a:ext uri="{FF2B5EF4-FFF2-40B4-BE49-F238E27FC236}">
                  <a16:creationId xmlns:a16="http://schemas.microsoft.com/office/drawing/2014/main" id="{30A0D0C3-C1E9-4EC2-362D-1B5227B3A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55">
              <a:extLst>
                <a:ext uri="{FF2B5EF4-FFF2-40B4-BE49-F238E27FC236}">
                  <a16:creationId xmlns:a16="http://schemas.microsoft.com/office/drawing/2014/main" id="{21600D4D-7565-9011-8F51-6FF946EFF5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57">
              <a:extLst>
                <a:ext uri="{FF2B5EF4-FFF2-40B4-BE49-F238E27FC236}">
                  <a16:creationId xmlns:a16="http://schemas.microsoft.com/office/drawing/2014/main" id="{CB5AAA1A-DA6B-4C0A-FFFD-D6B191FF3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58">
              <a:extLst>
                <a:ext uri="{FF2B5EF4-FFF2-40B4-BE49-F238E27FC236}">
                  <a16:creationId xmlns:a16="http://schemas.microsoft.com/office/drawing/2014/main" id="{369D2B19-4227-B663-4EF6-D0CD3697E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2596B1-03E5-6B8F-1B95-5D9E3AD99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4D6366F-FE21-6F44-E3A8-9E5AC66F07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364858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9173778"/>
      </p:ext>
    </p:extLst>
  </p:cSld>
  <p:clrMapOvr>
    <a:masterClrMapping/>
  </p:clrMapOvr>
  <p:transition spd="slow">
    <p:cover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4FF4008-D05D-D06C-E156-5C015ED7A623}"/>
              </a:ext>
            </a:extLst>
          </p:cNvPr>
          <p:cNvSpPr txBox="1">
            <a:spLocks/>
          </p:cNvSpPr>
          <p:nvPr/>
        </p:nvSpPr>
        <p:spPr>
          <a:xfrm>
            <a:off x="169863" y="44704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Agent Architecture</a:t>
            </a: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E6E1BC09-FF43-F90E-0CA7-F0C01950EA5C}"/>
              </a:ext>
            </a:extLst>
          </p:cNvPr>
          <p:cNvSpPr txBox="1">
            <a:spLocks/>
          </p:cNvSpPr>
          <p:nvPr/>
        </p:nvSpPr>
        <p:spPr>
          <a:xfrm>
            <a:off x="4468283" y="1909816"/>
            <a:ext cx="4698514" cy="37556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Agent</a:t>
            </a:r>
          </a:p>
          <a:p>
            <a:pPr lvl="1"/>
            <a:r>
              <a:rPr lang="en-US" dirty="0"/>
              <a:t>Driver</a:t>
            </a:r>
          </a:p>
          <a:p>
            <a:pPr lvl="1"/>
            <a:r>
              <a:rPr lang="en-US" dirty="0"/>
              <a:t>Monitor</a:t>
            </a:r>
          </a:p>
          <a:p>
            <a:pPr lvl="1"/>
            <a:r>
              <a:rPr lang="en-US" dirty="0"/>
              <a:t>Sequencer</a:t>
            </a:r>
          </a:p>
          <a:p>
            <a:pPr lvl="1"/>
            <a:r>
              <a:rPr lang="en-US" dirty="0"/>
              <a:t>Storage</a:t>
            </a:r>
          </a:p>
          <a:p>
            <a:pPr lvl="1"/>
            <a:r>
              <a:rPr lang="en-US" dirty="0"/>
              <a:t>Optional Coverage Build</a:t>
            </a:r>
          </a:p>
          <a:p>
            <a:pPr lvl="1"/>
            <a:r>
              <a:rPr lang="en-US" dirty="0"/>
              <a:t>Configurable</a:t>
            </a:r>
            <a:endParaRPr lang="ar-EG" dirty="0"/>
          </a:p>
          <a:p>
            <a:pPr lvl="1"/>
            <a:r>
              <a:rPr lang="en-US" dirty="0"/>
              <a:t>Calls Reset Handling Of Children</a:t>
            </a:r>
            <a:endParaRPr lang="ar-EG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2" name="Picture 1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C7963041-FBC3-486E-F893-A9868B61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91" y="1344248"/>
            <a:ext cx="3781052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632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F5FC-42FC-1912-F798-0DB645DA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4C0E-7F55-0B87-B2CD-84322D9B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Configuration Object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CC2D8-54EC-37F4-9C2B-119E4C83F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Contains: </a:t>
            </a:r>
          </a:p>
          <a:p>
            <a:pPr lvl="1"/>
            <a:r>
              <a:rPr lang="en-US" dirty="0"/>
              <a:t>Virtual interface handler.</a:t>
            </a:r>
          </a:p>
          <a:p>
            <a:pPr lvl="1"/>
            <a:r>
              <a:rPr lang="en-US" dirty="0"/>
              <a:t>Coverage enable .</a:t>
            </a:r>
          </a:p>
          <a:p>
            <a:pPr lvl="1"/>
            <a:r>
              <a:rPr lang="en-US" dirty="0"/>
              <a:t>Active passive variable,</a:t>
            </a:r>
          </a:p>
          <a:p>
            <a:pPr lvl="1"/>
            <a:r>
              <a:rPr lang="en-US" dirty="0"/>
              <a:t>Stuck threshold for timeout.</a:t>
            </a:r>
          </a:p>
          <a:p>
            <a:pPr lvl="1"/>
            <a:r>
              <a:rPr lang="en-US" dirty="0"/>
              <a:t>Setters and getters for object fields.</a:t>
            </a:r>
          </a:p>
          <a:p>
            <a:pPr lvl="1"/>
            <a:r>
              <a:rPr lang="en-US" dirty="0"/>
              <a:t>Tasks that handles rest.</a:t>
            </a:r>
          </a:p>
        </p:txBody>
      </p:sp>
    </p:spTree>
    <p:extLst>
      <p:ext uri="{BB962C8B-B14F-4D97-AF65-F5344CB8AC3E}">
        <p14:creationId xmlns:p14="http://schemas.microsoft.com/office/powerpoint/2010/main" val="9190692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277C-C2DF-CA49-BCCA-72963BFC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B5FA-6C14-6E63-FA8D-89963483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Driver Sequence Item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448862-C728-D7F5-340B-9B8C9C764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7335835" cy="632345"/>
          </a:xfrm>
        </p:spPr>
        <p:txBody>
          <a:bodyPr/>
          <a:lstStyle/>
          <a:p>
            <a:r>
              <a:rPr lang="en-US" dirty="0"/>
              <a:t>Item fields: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4E54E3E-A31C-9024-142E-F883D7CD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19" y="2805112"/>
            <a:ext cx="86487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048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C1C0-7EFE-9D32-7D91-A1894056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4828A15-0EED-05CB-16DC-CD8BC2E6CF97}"/>
              </a:ext>
            </a:extLst>
          </p:cNvPr>
          <p:cNvSpPr txBox="1">
            <a:spLocks/>
          </p:cNvSpPr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140"/>
              </a:lnSpc>
            </a:pPr>
            <a:r>
              <a:rPr lang="en-US" sz="3600">
                <a:solidFill>
                  <a:srgbClr val="0F1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Driver structure</a:t>
            </a:r>
            <a:endParaRPr lang="en-US" sz="36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BDADD2B-FBEF-A3F1-20B8-C807E81CA9D6}"/>
              </a:ext>
            </a:extLst>
          </p:cNvPr>
          <p:cNvSpPr/>
          <p:nvPr/>
        </p:nvSpPr>
        <p:spPr>
          <a:xfrm>
            <a:off x="971550" y="2112194"/>
            <a:ext cx="2406650" cy="1585303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00F0D36-F41F-8CCF-4048-8F002B2BC44C}"/>
              </a:ext>
            </a:extLst>
          </p:cNvPr>
          <p:cNvSpPr/>
          <p:nvPr/>
        </p:nvSpPr>
        <p:spPr>
          <a:xfrm>
            <a:off x="1176655" y="2317299"/>
            <a:ext cx="20563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drive_transactions</a:t>
            </a:r>
            <a:endParaRPr lang="en-US" sz="14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84D0AF7-93CC-6EB4-F29E-D15B4D3251D7}"/>
              </a:ext>
            </a:extLst>
          </p:cNvPr>
          <p:cNvSpPr/>
          <p:nvPr/>
        </p:nvSpPr>
        <p:spPr>
          <a:xfrm>
            <a:off x="1176655" y="2673448"/>
            <a:ext cx="2190197" cy="937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9"/>
              </a:lnSpc>
            </a:pPr>
            <a:r>
              <a:rPr lang="en-US" sz="1300" dirty="0">
                <a:solidFill>
                  <a:srgbClr val="0F1720"/>
                </a:solidFill>
                <a:latin typeface="Helvetica"/>
                <a:ea typeface="+mn-lt"/>
                <a:cs typeface="Helvetica"/>
              </a:rPr>
              <a:t>Initializes output signals to idle values, then fetches the next sequence item using </a:t>
            </a:r>
            <a:r>
              <a:rPr lang="en-US" sz="1300" dirty="0" err="1">
                <a:solidFill>
                  <a:srgbClr val="0F1720"/>
                </a:solidFill>
                <a:latin typeface="Helvetica"/>
                <a:ea typeface="Helvetica" pitchFamily="34" charset="-122"/>
                <a:cs typeface="Helvetica"/>
              </a:rPr>
              <a:t>get_next_item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Helvetica" pitchFamily="34" charset="-122"/>
                <a:cs typeface="Helvetica"/>
              </a:rPr>
              <a:t>()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+mn-lt"/>
                <a:cs typeface="Helvetica"/>
              </a:rPr>
              <a:t>.</a:t>
            </a:r>
            <a:endParaRPr lang="en-US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FF7054B-D756-F523-C94F-A5809F8CEB32}"/>
              </a:ext>
            </a:extLst>
          </p:cNvPr>
          <p:cNvSpPr/>
          <p:nvPr/>
        </p:nvSpPr>
        <p:spPr>
          <a:xfrm>
            <a:off x="3689350" y="2112194"/>
            <a:ext cx="2561109" cy="1583690"/>
          </a:xfrm>
          <a:prstGeom prst="roundRect">
            <a:avLst>
              <a:gd name="adj" fmla="val 6215"/>
            </a:avLst>
          </a:prstGeom>
          <a:solidFill>
            <a:srgbClr val="FFFFFF"/>
          </a:solidFill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C38BE95-FC48-F01A-9B35-458C22AF3B19}"/>
              </a:ext>
            </a:extLst>
          </p:cNvPr>
          <p:cNvSpPr/>
          <p:nvPr/>
        </p:nvSpPr>
        <p:spPr>
          <a:xfrm>
            <a:off x="3894455" y="2317299"/>
            <a:ext cx="20563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5C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drive_transaction</a:t>
            </a:r>
            <a:endParaRPr lang="en-US" sz="14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84DAED7-960F-0709-3A32-327096ADE8ED}"/>
              </a:ext>
            </a:extLst>
          </p:cNvPr>
          <p:cNvSpPr/>
          <p:nvPr/>
        </p:nvSpPr>
        <p:spPr>
          <a:xfrm>
            <a:off x="3801780" y="2642556"/>
            <a:ext cx="2447629" cy="1058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1689"/>
              </a:lnSpc>
            </a:pPr>
            <a:r>
              <a:rPr lang="en-US" sz="1300" dirty="0">
                <a:solidFill>
                  <a:srgbClr val="0F1720"/>
                </a:solidFill>
                <a:latin typeface="Helvetica"/>
                <a:ea typeface="+mn-lt"/>
                <a:cs typeface="Helvetica"/>
              </a:rPr>
              <a:t>Waits for </a:t>
            </a:r>
            <a:r>
              <a:rPr lang="en-US" sz="1300" dirty="0" err="1">
                <a:solidFill>
                  <a:srgbClr val="0F1720"/>
                </a:solidFill>
                <a:latin typeface="Helvetica"/>
                <a:ea typeface="Helvetica" pitchFamily="34" charset="-122"/>
                <a:cs typeface="Helvetica"/>
              </a:rPr>
              <a:t>item.wait_states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+mn-lt"/>
                <a:cs typeface="Helvetica"/>
              </a:rPr>
              <a:t> clock cycles, then drives 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Helvetica" pitchFamily="34" charset="-122"/>
                <a:cs typeface="Helvetica"/>
              </a:rPr>
              <a:t>PREADY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+mn-lt"/>
                <a:cs typeface="Helvetica"/>
              </a:rPr>
              <a:t> to be equal 1 to end waiting for the transaction in the master, 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Helvetica" pitchFamily="34" charset="-122"/>
                <a:cs typeface="Helvetica"/>
              </a:rPr>
              <a:t>PSLVERR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+mn-lt"/>
                <a:cs typeface="Helvetica"/>
              </a:rPr>
              <a:t>, and 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Helvetica" pitchFamily="34" charset="-122"/>
                <a:cs typeface="Helvetica"/>
              </a:rPr>
              <a:t>PRDATA</a:t>
            </a:r>
            <a:r>
              <a:rPr lang="en-US" sz="1300" dirty="0">
                <a:solidFill>
                  <a:srgbClr val="0F1720"/>
                </a:solidFill>
                <a:latin typeface="Helvetica"/>
                <a:ea typeface="+mn-lt"/>
                <a:cs typeface="Helvetica"/>
              </a:rPr>
              <a:t>.</a:t>
            </a:r>
            <a:endParaRPr lang="en-US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475DFF9-ED02-2A59-8B13-95B2A2B9B20A}"/>
              </a:ext>
            </a:extLst>
          </p:cNvPr>
          <p:cNvSpPr/>
          <p:nvPr/>
        </p:nvSpPr>
        <p:spPr>
          <a:xfrm>
            <a:off x="6407150" y="2112193"/>
            <a:ext cx="2406650" cy="1583689"/>
          </a:xfrm>
          <a:prstGeom prst="roundRect">
            <a:avLst>
              <a:gd name="adj" fmla="val 8526"/>
            </a:avLst>
          </a:prstGeom>
          <a:solidFill>
            <a:srgbClr val="FFFFFF"/>
          </a:solidFill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5109FEB-5313-1557-A1DD-E6F308E1D86F}"/>
              </a:ext>
            </a:extLst>
          </p:cNvPr>
          <p:cNvSpPr/>
          <p:nvPr/>
        </p:nvSpPr>
        <p:spPr>
          <a:xfrm>
            <a:off x="6612255" y="2317299"/>
            <a:ext cx="20563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400" b="1">
                <a:solidFill>
                  <a:srgbClr val="0B5CAD"/>
                </a:solidFill>
                <a:latin typeface="Helvetica"/>
                <a:cs typeface="Helvetica"/>
              </a:rPr>
              <a:t>End of transaction</a:t>
            </a:r>
            <a:endParaRPr lang="en-US" sz="1400" b="1" dirty="0">
              <a:solidFill>
                <a:srgbClr val="0B5CAD"/>
              </a:solidFill>
              <a:latin typeface="Helvetica"/>
              <a:cs typeface="Helvetica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6FF1F4D-63DE-3FFE-1584-19E3616E55D2}"/>
              </a:ext>
            </a:extLst>
          </p:cNvPr>
          <p:cNvSpPr/>
          <p:nvPr/>
        </p:nvSpPr>
        <p:spPr>
          <a:xfrm>
            <a:off x="6612255" y="2663150"/>
            <a:ext cx="1958989" cy="763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9"/>
              </a:lnSpc>
            </a:pPr>
            <a:r>
              <a:rPr lang="en-US" sz="1300" dirty="0">
                <a:solidFill>
                  <a:srgbClr val="0F1720"/>
                </a:solidFill>
                <a:latin typeface="Helvetica"/>
                <a:cs typeface="Helvetica"/>
              </a:rPr>
              <a:t>Wait exactly 1 clock cycle, then go back to idle state then </a:t>
            </a:r>
            <a:r>
              <a:rPr lang="en-US" sz="1300" dirty="0" err="1">
                <a:solidFill>
                  <a:srgbClr val="0F1720"/>
                </a:solidFill>
                <a:latin typeface="Helvetica"/>
                <a:cs typeface="Helvetica"/>
              </a:rPr>
              <a:t>item_done</a:t>
            </a:r>
            <a:r>
              <a:rPr lang="en-US" sz="1300" dirty="0">
                <a:solidFill>
                  <a:srgbClr val="0F1720"/>
                </a:solidFill>
                <a:latin typeface="Helvetica"/>
                <a:cs typeface="Helvetica"/>
              </a:rPr>
              <a:t>()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E11C2B-D7F5-72F7-7A6A-0BA5CE512BA1}"/>
              </a:ext>
            </a:extLst>
          </p:cNvPr>
          <p:cNvGrpSpPr/>
          <p:nvPr/>
        </p:nvGrpSpPr>
        <p:grpSpPr>
          <a:xfrm>
            <a:off x="1355257" y="4449039"/>
            <a:ext cx="5809966" cy="1164941"/>
            <a:chOff x="295525" y="2540000"/>
            <a:chExt cx="10550275" cy="1778000"/>
          </a:xfrm>
        </p:grpSpPr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2387482C-8964-C57A-71A7-A70515B3EC92}"/>
                </a:ext>
              </a:extLst>
            </p:cNvPr>
            <p:cNvSpPr/>
            <p:nvPr/>
          </p:nvSpPr>
          <p:spPr>
            <a:xfrm>
              <a:off x="295525" y="2783839"/>
              <a:ext cx="221907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1960"/>
                </a:lnSpc>
              </a:pPr>
              <a:r>
                <a:rPr lang="en-US" sz="1400">
                  <a:solidFill>
                    <a:srgbClr val="5B6570"/>
                  </a:solidFill>
                  <a:latin typeface="Helvetica"/>
                  <a:cs typeface="Helvetica"/>
                </a:rPr>
                <a:t>Control phase</a:t>
              </a:r>
              <a:endParaRPr lang="en-US" sz="140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4DB7739-384F-A97C-FFB8-BD08AF26E0DF}"/>
                </a:ext>
              </a:extLst>
            </p:cNvPr>
            <p:cNvSpPr/>
            <p:nvPr/>
          </p:nvSpPr>
          <p:spPr>
            <a:xfrm>
              <a:off x="295525" y="3799840"/>
              <a:ext cx="170179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>
                  <a:solidFill>
                    <a:srgbClr val="5B6570"/>
                  </a:solidFill>
                  <a:latin typeface="Helvetica"/>
                  <a:cs typeface="Helvetica"/>
                </a:rPr>
                <a:t>PREADY</a:t>
              </a:r>
              <a:endParaRPr lang="en-US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3E09CD1C-EE2D-0572-A768-EAD5584BC171}"/>
                </a:ext>
              </a:extLst>
            </p:cNvPr>
            <p:cNvSpPr/>
            <p:nvPr/>
          </p:nvSpPr>
          <p:spPr>
            <a:xfrm>
              <a:off x="2540000" y="2540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4AA3FF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>
                  <a:solidFill>
                    <a:srgbClr val="0F1720"/>
                  </a:solidFill>
                  <a:latin typeface="Helvetica"/>
                  <a:cs typeface="Helvetica"/>
                </a:rPr>
                <a:t>IDLE</a:t>
              </a:r>
              <a:endParaRPr lang="en-US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92361620-032C-57B0-46EF-44B116805F81}"/>
                </a:ext>
              </a:extLst>
            </p:cNvPr>
            <p:cNvSpPr/>
            <p:nvPr/>
          </p:nvSpPr>
          <p:spPr>
            <a:xfrm>
              <a:off x="4635500" y="2540000"/>
              <a:ext cx="2019300" cy="761999"/>
            </a:xfrm>
            <a:prstGeom prst="roundRect">
              <a:avLst>
                <a:gd name="adj" fmla="val 13333"/>
              </a:avLst>
            </a:prstGeom>
            <a:solidFill>
              <a:srgbClr val="FF9F43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>
                  <a:solidFill>
                    <a:srgbClr val="0F1720"/>
                  </a:solidFill>
                  <a:latin typeface="Helvetica"/>
                  <a:cs typeface="Helvetica"/>
                </a:rPr>
                <a:t>WAIT</a:t>
              </a:r>
              <a:endParaRPr lang="en-US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53264271-BFC3-F611-4203-AA3F5EF14D98}"/>
                </a:ext>
              </a:extLst>
            </p:cNvPr>
            <p:cNvSpPr/>
            <p:nvPr/>
          </p:nvSpPr>
          <p:spPr>
            <a:xfrm>
              <a:off x="4635500" y="3556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chemeClr val="bg1">
                <a:lumMod val="85000"/>
              </a:schemeClr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>
                  <a:solidFill>
                    <a:srgbClr val="0F1720"/>
                  </a:solidFill>
                  <a:latin typeface="Helvetica"/>
                  <a:cs typeface="Helvetica"/>
                </a:rPr>
                <a:t>0</a:t>
              </a:r>
              <a:endParaRPr lang="en-US"/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7D594D5D-96A3-F7C3-E966-D38201FDA54A}"/>
                </a:ext>
              </a:extLst>
            </p:cNvPr>
            <p:cNvSpPr/>
            <p:nvPr/>
          </p:nvSpPr>
          <p:spPr>
            <a:xfrm>
              <a:off x="6731000" y="2540000"/>
              <a:ext cx="2019299" cy="762000"/>
            </a:xfrm>
            <a:prstGeom prst="roundRect">
              <a:avLst>
                <a:gd name="adj" fmla="val 13333"/>
              </a:avLst>
            </a:prstGeom>
            <a:solidFill>
              <a:srgbClr val="5FD39A"/>
            </a:solidFill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>
                  <a:solidFill>
                    <a:srgbClr val="0F1720"/>
                  </a:solidFill>
                  <a:latin typeface="Helvetica"/>
                  <a:cs typeface="Helvetica"/>
                </a:rPr>
                <a:t>RESPONSE</a:t>
              </a:r>
              <a:endParaRPr lang="en-US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24A29B0D-27DD-A175-0D88-40160A01AB0C}"/>
                </a:ext>
              </a:extLst>
            </p:cNvPr>
            <p:cNvSpPr/>
            <p:nvPr/>
          </p:nvSpPr>
          <p:spPr>
            <a:xfrm>
              <a:off x="6731000" y="3556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FF9F43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lnSpc>
                  <a:spcPts val="2240"/>
                </a:lnSpc>
                <a:buNone/>
              </a:pPr>
              <a:r>
                <a:rPr lang="en-US" sz="1600" b="1">
                  <a:solidFill>
                    <a:srgbClr val="0F1720"/>
                  </a:solidFill>
                  <a:latin typeface="Helvetica"/>
                  <a:cs typeface="Helvetica"/>
                </a:rPr>
                <a:t>1</a:t>
              </a:r>
              <a:endParaRPr lang="en-US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44D42129-4E09-D069-325D-34627A51A512}"/>
                </a:ext>
              </a:extLst>
            </p:cNvPr>
            <p:cNvSpPr/>
            <p:nvPr/>
          </p:nvSpPr>
          <p:spPr>
            <a:xfrm>
              <a:off x="8826500" y="3556000"/>
              <a:ext cx="2019300" cy="762000"/>
            </a:xfrm>
            <a:prstGeom prst="roundRect">
              <a:avLst>
                <a:gd name="adj" fmla="val 13333"/>
              </a:avLst>
            </a:prstGeom>
            <a:solidFill>
              <a:srgbClr val="5FD39A"/>
            </a:solidFill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F1720"/>
                  </a:solidFill>
                  <a:latin typeface="Helvetica"/>
                  <a:cs typeface="Helvetica"/>
                </a:rPr>
                <a:t>1</a:t>
              </a:r>
              <a:endParaRPr lang="en-US"/>
            </a:p>
          </p:txBody>
        </p:sp>
      </p:grpSp>
      <p:sp>
        <p:nvSpPr>
          <p:cNvPr id="27" name="Text 12">
            <a:extLst>
              <a:ext uri="{FF2B5EF4-FFF2-40B4-BE49-F238E27FC236}">
                <a16:creationId xmlns:a16="http://schemas.microsoft.com/office/drawing/2014/main" id="{85545A33-BC3D-455D-BF31-89A9A1025059}"/>
              </a:ext>
            </a:extLst>
          </p:cNvPr>
          <p:cNvSpPr/>
          <p:nvPr/>
        </p:nvSpPr>
        <p:spPr>
          <a:xfrm>
            <a:off x="6053166" y="4453633"/>
            <a:ext cx="1110055" cy="499260"/>
          </a:xfrm>
          <a:prstGeom prst="roundRect">
            <a:avLst>
              <a:gd name="adj" fmla="val 13333"/>
            </a:avLst>
          </a:prstGeom>
          <a:solidFill>
            <a:srgbClr val="5FD39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F1720"/>
                </a:solidFill>
                <a:latin typeface="Helvetica"/>
                <a:cs typeface="Helvetica"/>
              </a:rPr>
              <a:t>1 CLK</a:t>
            </a:r>
            <a:endParaRPr lang="en-US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3BABB3A6-2BDA-1C4A-B3F2-F106E7DC2ED1}"/>
              </a:ext>
            </a:extLst>
          </p:cNvPr>
          <p:cNvSpPr/>
          <p:nvPr/>
        </p:nvSpPr>
        <p:spPr>
          <a:xfrm>
            <a:off x="7251712" y="4446979"/>
            <a:ext cx="1110055" cy="499260"/>
          </a:xfrm>
          <a:prstGeom prst="roundRect">
            <a:avLst>
              <a:gd name="adj" fmla="val 13333"/>
            </a:avLst>
          </a:prstGeom>
          <a:solidFill>
            <a:srgbClr val="4AA3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0F1720"/>
                </a:solidFill>
                <a:latin typeface="Helvetica"/>
                <a:cs typeface="Helvetica"/>
              </a:rPr>
              <a:t>IDLE</a:t>
            </a:r>
            <a:endParaRPr 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D161A7B7-33E9-8E11-E77E-C27A87A0B2EF}"/>
              </a:ext>
            </a:extLst>
          </p:cNvPr>
          <p:cNvSpPr/>
          <p:nvPr/>
        </p:nvSpPr>
        <p:spPr>
          <a:xfrm>
            <a:off x="2554791" y="5112660"/>
            <a:ext cx="1110055" cy="499260"/>
          </a:xfrm>
          <a:prstGeom prst="roundRect">
            <a:avLst>
              <a:gd name="adj" fmla="val 13333"/>
            </a:avLst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0F1720"/>
                </a:solidFill>
                <a:latin typeface="Helvetica"/>
                <a:cs typeface="Helvetica"/>
              </a:rPr>
              <a:t>0</a:t>
            </a:r>
            <a:endParaRPr lang="en-U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A8F0242-1907-B709-8626-DEFB17A6E3AF}"/>
              </a:ext>
            </a:extLst>
          </p:cNvPr>
          <p:cNvSpPr/>
          <p:nvPr/>
        </p:nvSpPr>
        <p:spPr>
          <a:xfrm>
            <a:off x="7250359" y="5112660"/>
            <a:ext cx="1110055" cy="499260"/>
          </a:xfrm>
          <a:prstGeom prst="roundRect">
            <a:avLst>
              <a:gd name="adj" fmla="val 13333"/>
            </a:avLst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0F1720"/>
                </a:solidFill>
                <a:latin typeface="Helvetica"/>
                <a:cs typeface="Helvetica"/>
              </a:rPr>
              <a:t>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223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7" grpId="0" animBg="1"/>
      <p:bldP spid="29" grpId="0" animBg="1"/>
      <p:bldP spid="31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4C73-9D25-B1E5-C778-84600918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339C-84C4-1F78-1CEF-9B2D6B00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APB Monitor Item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7BB357-34BF-9426-2F06-2C1249599681}"/>
              </a:ext>
            </a:extLst>
          </p:cNvPr>
          <p:cNvSpPr/>
          <p:nvPr/>
        </p:nvSpPr>
        <p:spPr>
          <a:xfrm>
            <a:off x="1164335" y="2160016"/>
            <a:ext cx="4730191" cy="126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paddr, pwrite, pprot, pstrb</a:t>
            </a:r>
            <a:endParaRPr lang="en-US" sz="1600" dirty="0"/>
          </a:p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pwdata</a:t>
            </a:r>
            <a:endParaRPr lang="en-US" sz="1600" dirty="0"/>
          </a:p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prdata, pslverr</a:t>
            </a:r>
            <a:endParaRPr lang="en-US" sz="1600" dirty="0"/>
          </a:p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 err="1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is_in_progress</a:t>
            </a:r>
            <a:endParaRPr lang="en-US" sz="1600" dirty="0">
              <a:solidFill>
                <a:srgbClr val="14213D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136144" indent="-136144">
              <a:lnSpc>
                <a:spcPct val="100000"/>
              </a:lnSpc>
              <a:buSzPct val="100000"/>
              <a:buFontTx/>
              <a:buChar char="•"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wait_cycle_cnt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6144" indent="-136144" algn="l">
              <a:lnSpc>
                <a:spcPts val="1920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6300D05-CA4A-0AAD-7A79-6CC4FBB76D72}"/>
              </a:ext>
            </a:extLst>
          </p:cNvPr>
          <p:cNvSpPr/>
          <p:nvPr/>
        </p:nvSpPr>
        <p:spPr>
          <a:xfrm>
            <a:off x="1164336" y="3870706"/>
            <a:ext cx="4730191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ourier New" pitchFamily="49" charset="0"/>
                <a:cs typeface="Courier New" pitchFamily="49" charset="-120"/>
              </a:rPr>
              <a:t>in2string</a:t>
            </a:r>
            <a:endParaRPr lang="en-US" sz="1600" dirty="0"/>
          </a:p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ourier New" pitchFamily="49" charset="0"/>
                <a:cs typeface="Courier New" pitchFamily="49" charset="-120"/>
              </a:rPr>
              <a:t>out2string</a:t>
            </a:r>
            <a:endParaRPr lang="en-US" sz="1600" dirty="0"/>
          </a:p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 err="1">
                <a:solidFill>
                  <a:srgbClr val="14213D"/>
                </a:solidFill>
                <a:latin typeface="Courier New" pitchFamily="49" charset="0"/>
                <a:cs typeface="Courier New" pitchFamily="49" charset="-120"/>
              </a:rPr>
              <a:t>do_compare</a:t>
            </a:r>
            <a:endParaRPr lang="en-US" sz="1600" dirty="0"/>
          </a:p>
          <a:p>
            <a:pPr marL="136144" indent="-136144" algn="l">
              <a:lnSpc>
                <a:spcPts val="192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ourier New" pitchFamily="49" charset="0"/>
                <a:cs typeface="Courier New" pitchFamily="49" charset="-120"/>
              </a:rPr>
              <a:t>convert2string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763265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61A6-F976-05E3-6CB1-23AE8B9A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3D72BD11-6BA0-69B2-1D5F-F00066AB35FA}"/>
              </a:ext>
            </a:extLst>
          </p:cNvPr>
          <p:cNvSpPr txBox="1">
            <a:spLocks/>
          </p:cNvSpPr>
          <p:nvPr/>
        </p:nvSpPr>
        <p:spPr>
          <a:xfrm>
            <a:off x="565150" y="880479"/>
            <a:ext cx="10883392" cy="492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680"/>
              </a:lnSpc>
            </a:pPr>
            <a:r>
              <a:rPr lang="en-US" sz="3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APB Setup, Access and completion</a:t>
            </a:r>
            <a:endParaRPr lang="en-US" sz="32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E9AFFA4-CF21-A930-1342-07FA1BB88ACC}"/>
              </a:ext>
            </a:extLst>
          </p:cNvPr>
          <p:cNvSpPr/>
          <p:nvPr/>
        </p:nvSpPr>
        <p:spPr>
          <a:xfrm>
            <a:off x="2000411" y="1740216"/>
            <a:ext cx="3380264" cy="1624330"/>
          </a:xfrm>
          <a:prstGeom prst="roundRect">
            <a:avLst>
              <a:gd name="adj" fmla="val 605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C27BD56-04AA-BD85-F052-4D1C41868241}"/>
              </a:ext>
            </a:extLst>
          </p:cNvPr>
          <p:cNvSpPr/>
          <p:nvPr/>
        </p:nvSpPr>
        <p:spPr>
          <a:xfrm>
            <a:off x="2230916" y="1970721"/>
            <a:ext cx="30068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8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4DF9476-F436-2D7E-D640-2598C53992BA}"/>
              </a:ext>
            </a:extLst>
          </p:cNvPr>
          <p:cNvSpPr/>
          <p:nvPr/>
        </p:nvSpPr>
        <p:spPr>
          <a:xfrm>
            <a:off x="2230916" y="2333941"/>
            <a:ext cx="300683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PSEL = 1 and PENABLE = 0. PADDR, PWRITE and PWDATA are valid.</a:t>
            </a:r>
            <a:endParaRPr lang="en-US" sz="15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1EDEC96-86EC-8EC5-E869-09830FEEEA2A}"/>
              </a:ext>
            </a:extLst>
          </p:cNvPr>
          <p:cNvSpPr/>
          <p:nvPr/>
        </p:nvSpPr>
        <p:spPr>
          <a:xfrm>
            <a:off x="5591812" y="1744371"/>
            <a:ext cx="3380343" cy="1624330"/>
          </a:xfrm>
          <a:prstGeom prst="roundRect">
            <a:avLst>
              <a:gd name="adj" fmla="val 605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7E59BA0-EA81-7C11-4269-1385FEC4A7C4}"/>
              </a:ext>
            </a:extLst>
          </p:cNvPr>
          <p:cNvSpPr/>
          <p:nvPr/>
        </p:nvSpPr>
        <p:spPr>
          <a:xfrm>
            <a:off x="5822317" y="1974876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8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F6ADCA5-2408-65CF-405E-B2CB50AF877F}"/>
              </a:ext>
            </a:extLst>
          </p:cNvPr>
          <p:cNvSpPr/>
          <p:nvPr/>
        </p:nvSpPr>
        <p:spPr>
          <a:xfrm>
            <a:off x="5822317" y="2338096"/>
            <a:ext cx="300691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PSEL = 1 and PENABLE = 1. The completer holds PREADY low to add wait states.</a:t>
            </a:r>
            <a:endParaRPr lang="en-US" sz="15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D2ACB73B-91C2-9CF7-EC49-469CA34E94CE}"/>
              </a:ext>
            </a:extLst>
          </p:cNvPr>
          <p:cNvSpPr/>
          <p:nvPr/>
        </p:nvSpPr>
        <p:spPr>
          <a:xfrm>
            <a:off x="3901640" y="3595051"/>
            <a:ext cx="3380343" cy="1624330"/>
          </a:xfrm>
          <a:prstGeom prst="roundRect">
            <a:avLst>
              <a:gd name="adj" fmla="val 605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5157885-AFDD-9E66-A425-C780991A0B7F}"/>
              </a:ext>
            </a:extLst>
          </p:cNvPr>
          <p:cNvSpPr/>
          <p:nvPr/>
        </p:nvSpPr>
        <p:spPr>
          <a:xfrm>
            <a:off x="4132145" y="3924618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8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ED5AF0C-B63E-F400-2784-ABCED99DEB54}"/>
              </a:ext>
            </a:extLst>
          </p:cNvPr>
          <p:cNvSpPr/>
          <p:nvPr/>
        </p:nvSpPr>
        <p:spPr>
          <a:xfrm>
            <a:off x="4132145" y="4287838"/>
            <a:ext cx="300691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PREADY = 1. PRDATA and PSLVERR are valid only in this cycle.</a:t>
            </a:r>
            <a:endParaRPr lang="en-US" sz="15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7B48D92-73DE-404F-C50F-3A115DF9FB90}"/>
              </a:ext>
            </a:extLst>
          </p:cNvPr>
          <p:cNvSpPr/>
          <p:nvPr/>
        </p:nvSpPr>
        <p:spPr>
          <a:xfrm>
            <a:off x="565150" y="5685420"/>
            <a:ext cx="9886789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PREADY is low, the address, control and write data signals must stay stable.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1769168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build="allAtOnce" animBg="1"/>
      <p:bldP spid="10" grpId="0" build="allAtOnce" animBg="1"/>
      <p:bldP spid="11" grpId="0" animBg="1"/>
      <p:bldP spid="12" grpId="0" build="allAtOnce" animBg="1"/>
      <p:bldP spid="13" grpId="0" build="allAtOnce" animBg="1"/>
      <p:bldP spid="14" grpId="0" animBg="1"/>
      <p:bldP spid="15" grpId="0" build="allAtOnce" animBg="1"/>
      <p:bldP spid="16" grpId="0" build="allAtOnce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1486-6C39-0A41-D11F-631FCFDD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3D4A-08C5-3808-00F7-14C19FBB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APB Monitor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778DF91-F9E4-CFA5-1E16-CA527B52A7EF}"/>
              </a:ext>
            </a:extLst>
          </p:cNvPr>
          <p:cNvSpPr/>
          <p:nvPr/>
        </p:nvSpPr>
        <p:spPr>
          <a:xfrm>
            <a:off x="1046480" y="203200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8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C9FD3D1-EF37-AC7B-A458-A7918E5426EA}"/>
              </a:ext>
            </a:extLst>
          </p:cNvPr>
          <p:cNvSpPr/>
          <p:nvPr/>
        </p:nvSpPr>
        <p:spPr>
          <a:xfrm>
            <a:off x="1046480" y="2395221"/>
            <a:ext cx="4855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PSEL = 1 and PENABLE = 0. </a:t>
            </a:r>
            <a:endParaRPr lang="en-US" sz="1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29379A6-A689-B729-A296-4FEDB5E1E976}"/>
              </a:ext>
            </a:extLst>
          </p:cNvPr>
          <p:cNvSpPr/>
          <p:nvPr/>
        </p:nvSpPr>
        <p:spPr>
          <a:xfrm>
            <a:off x="1046480" y="2890136"/>
            <a:ext cx="3340325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request_aport.write(item_mon);</a:t>
            </a:r>
            <a:endParaRPr lang="en-US" sz="12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3FD1D70-E816-ECE1-089D-CB6FB2DC7A6B}"/>
              </a:ext>
            </a:extLst>
          </p:cNvPr>
          <p:cNvSpPr/>
          <p:nvPr/>
        </p:nvSpPr>
        <p:spPr>
          <a:xfrm>
            <a:off x="1046480" y="3573782"/>
            <a:ext cx="48556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to request_fifo in the sequencer.</a:t>
            </a:r>
            <a:endParaRPr lang="en-US" sz="15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0178CE3-CAEC-833F-F32D-7C630A2F160A}"/>
              </a:ext>
            </a:extLst>
          </p:cNvPr>
          <p:cNvSpPr/>
          <p:nvPr/>
        </p:nvSpPr>
        <p:spPr>
          <a:xfrm>
            <a:off x="5331685" y="203200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ompletion</a:t>
            </a:r>
            <a:endParaRPr lang="en-US" sz="18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BD98B10-B2F9-B3EB-1783-5715FBBF93FB}"/>
              </a:ext>
            </a:extLst>
          </p:cNvPr>
          <p:cNvSpPr/>
          <p:nvPr/>
        </p:nvSpPr>
        <p:spPr>
          <a:xfrm>
            <a:off x="5331685" y="2395221"/>
            <a:ext cx="4855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PSEL, PENABLE and PREADY are all high.</a:t>
            </a:r>
            <a:endParaRPr lang="en-US" sz="15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61EAF48-4291-B6B4-2F79-CD1BA206E07B}"/>
              </a:ext>
            </a:extLst>
          </p:cNvPr>
          <p:cNvSpPr/>
          <p:nvPr/>
        </p:nvSpPr>
        <p:spPr>
          <a:xfrm>
            <a:off x="5331685" y="2819339"/>
            <a:ext cx="4714240" cy="680720"/>
          </a:xfrm>
          <a:prstGeom prst="roundRect">
            <a:avLst>
              <a:gd name="adj" fmla="val 9328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scoreboard_aport.write(item_done);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memory.write(paddr, pwdata, pstrb);</a:t>
            </a:r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D1A37B3-A9B5-077E-2B34-317D072C66A3}"/>
              </a:ext>
            </a:extLst>
          </p:cNvPr>
          <p:cNvSpPr/>
          <p:nvPr/>
        </p:nvSpPr>
        <p:spPr>
          <a:xfrm>
            <a:off x="5331685" y="3787139"/>
            <a:ext cx="4855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to the scoreboard. Writes without PSLVERR also go to the memory.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95457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E628-3AE1-5DD8-1393-1AC577EB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D0F7-F629-C44E-26F0-44718F4C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APB Sequencer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1C415B9-A532-FCDF-3A3D-30AB9333B9E8}"/>
              </a:ext>
            </a:extLst>
          </p:cNvPr>
          <p:cNvSpPr/>
          <p:nvPr/>
        </p:nvSpPr>
        <p:spPr>
          <a:xfrm>
            <a:off x="565150" y="2386908"/>
            <a:ext cx="8433187" cy="2547169"/>
          </a:xfrm>
          <a:prstGeom prst="roundRect">
            <a:avLst>
              <a:gd name="adj" fmla="val 5435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Receives monitor transactions</a:t>
            </a:r>
            <a:endParaRPr lang="en-US" sz="1600" dirty="0">
              <a:solidFill>
                <a:srgbClr val="F4F3EE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 err="1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uvm_analysis_export</a:t>
            </a:r>
            <a:r>
              <a:rPr lang="en-US" sz="16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#(item_mon) </a:t>
            </a:r>
            <a:r>
              <a:rPr lang="en-US" sz="1600" dirty="0" err="1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request_export</a:t>
            </a:r>
            <a:r>
              <a:rPr lang="en-US" sz="16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1600" dirty="0"/>
          </a:p>
          <a:p>
            <a:pPr marL="0" indent="0" algn="l">
              <a:lnSpc>
                <a:spcPts val="1800"/>
              </a:lnSpc>
              <a:buNone/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Requests received from the monitor</a:t>
            </a:r>
            <a:endParaRPr lang="en-US" sz="16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uvm_tlm_analysis_fifo #(item_mon) request_fifo;</a:t>
            </a:r>
            <a:endParaRPr lang="en-US" sz="16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 err="1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Request_export.connect</a:t>
            </a:r>
            <a:r>
              <a:rPr lang="en-US" sz="16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endParaRPr lang="en-US" sz="16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4F3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request_fifo.analysis_export);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CCE7FCC-5A34-4EEA-B126-7FC16185FEFD}"/>
              </a:ext>
            </a:extLst>
          </p:cNvPr>
          <p:cNvSpPr/>
          <p:nvPr/>
        </p:nvSpPr>
        <p:spPr>
          <a:xfrm>
            <a:off x="565150" y="1879558"/>
            <a:ext cx="48609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ahb2apb_apb_sequencer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284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4726-A867-A191-0B06-510E198D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714B-79DB-86A9-B25E-2D05FE43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APB Connections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09147F4-D180-598C-EAC8-9A6271922897}"/>
              </a:ext>
            </a:extLst>
          </p:cNvPr>
          <p:cNvSpPr/>
          <p:nvPr/>
        </p:nvSpPr>
        <p:spPr>
          <a:xfrm>
            <a:off x="565150" y="2039874"/>
            <a:ext cx="3797300" cy="3289300"/>
          </a:xfrm>
          <a:prstGeom prst="roundRect">
            <a:avLst>
              <a:gd name="adj" fmla="val 2896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73DCEF4-8C82-89C1-C980-2DA4F5A566A4}"/>
              </a:ext>
            </a:extLst>
          </p:cNvPr>
          <p:cNvSpPr/>
          <p:nvPr/>
        </p:nvSpPr>
        <p:spPr>
          <a:xfrm>
            <a:off x="746760" y="2221485"/>
            <a:ext cx="35371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ahb2apb_apb_monitor</a:t>
            </a:r>
            <a:endParaRPr lang="en-US" sz="15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CDC5DC3-F8C1-EA21-0EA1-AB45D2CA72F4}"/>
              </a:ext>
            </a:extLst>
          </p:cNvPr>
          <p:cNvSpPr/>
          <p:nvPr/>
        </p:nvSpPr>
        <p:spPr>
          <a:xfrm>
            <a:off x="746760" y="2513585"/>
            <a:ext cx="35371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transactions</a:t>
            </a:r>
            <a:endParaRPr lang="en-US" sz="12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597D749F-1FF4-CCC7-2541-39F9EDF05E3F}"/>
              </a:ext>
            </a:extLst>
          </p:cNvPr>
          <p:cNvSpPr/>
          <p:nvPr/>
        </p:nvSpPr>
        <p:spPr>
          <a:xfrm>
            <a:off x="7245350" y="2039874"/>
            <a:ext cx="3873500" cy="208280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EF55794-F56B-565E-A432-B66039D5EC49}"/>
              </a:ext>
            </a:extLst>
          </p:cNvPr>
          <p:cNvSpPr/>
          <p:nvPr/>
        </p:nvSpPr>
        <p:spPr>
          <a:xfrm>
            <a:off x="7426960" y="2221485"/>
            <a:ext cx="36155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ahb2apb_apb_sequencer</a:t>
            </a:r>
            <a:endParaRPr lang="en-US" sz="15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0B54F00-D647-7B24-C3C0-CB23331DE30B}"/>
              </a:ext>
            </a:extLst>
          </p:cNvPr>
          <p:cNvSpPr/>
          <p:nvPr/>
        </p:nvSpPr>
        <p:spPr>
          <a:xfrm>
            <a:off x="7426960" y="3749691"/>
            <a:ext cx="36155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requests through an analysis export</a:t>
            </a:r>
            <a:endParaRPr lang="en-US" sz="12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A6D651EC-639D-340D-7F4D-9ED12F970DC9}"/>
              </a:ext>
            </a:extLst>
          </p:cNvPr>
          <p:cNvSpPr/>
          <p:nvPr/>
        </p:nvSpPr>
        <p:spPr>
          <a:xfrm>
            <a:off x="7245350" y="4389374"/>
            <a:ext cx="3873500" cy="9398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389905F5-B62A-3050-9864-0EE721A04C56}"/>
              </a:ext>
            </a:extLst>
          </p:cNvPr>
          <p:cNvSpPr/>
          <p:nvPr/>
        </p:nvSpPr>
        <p:spPr>
          <a:xfrm>
            <a:off x="7426960" y="4570985"/>
            <a:ext cx="36155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ahb2apb_scoreboard</a:t>
            </a:r>
            <a:endParaRPr lang="en-US" sz="15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5468D79-61C0-F4C8-344A-F766A923A412}"/>
              </a:ext>
            </a:extLst>
          </p:cNvPr>
          <p:cNvSpPr/>
          <p:nvPr/>
        </p:nvSpPr>
        <p:spPr>
          <a:xfrm>
            <a:off x="7426960" y="4863085"/>
            <a:ext cx="36155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analysis_imp: write(item_done)</a:t>
            </a:r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F315A08-219C-1EC1-68DE-BA850B981070}"/>
              </a:ext>
            </a:extLst>
          </p:cNvPr>
          <p:cNvSpPr/>
          <p:nvPr/>
        </p:nvSpPr>
        <p:spPr>
          <a:xfrm>
            <a:off x="3206750" y="3036824"/>
            <a:ext cx="1384300" cy="338296"/>
          </a:xfrm>
          <a:custGeom>
            <a:avLst/>
            <a:gdLst/>
            <a:ahLst/>
            <a:cxnLst/>
            <a:rect l="l" t="t" r="r" b="b"/>
            <a:pathLst>
              <a:path w="1384300" h="338296">
                <a:moveTo>
                  <a:pt x="57150" y="0"/>
                </a:moveTo>
                <a:lnTo>
                  <a:pt x="1327150" y="0"/>
                </a:lnTo>
                <a:arcTo wR="57150" hR="57150" stAng="16200000" swAng="5400000"/>
                <a:lnTo>
                  <a:pt x="1384300" y="281146"/>
                </a:lnTo>
                <a:arcTo wR="57150" hR="57150" stAng="0" swAng="5400000"/>
                <a:lnTo>
                  <a:pt x="57150" y="338296"/>
                </a:lnTo>
                <a:arcTo wR="57150" hR="57150" stAng="5400000" swAng="5400000"/>
                <a:lnTo>
                  <a:pt x="0" y="57150"/>
                </a:lnTo>
                <a:arcTo wR="57150" hR="57150" stAng="10800000" swAng="5400000"/>
                <a:close/>
              </a:path>
            </a:pathLst>
          </a:custGeom>
          <a:solidFill>
            <a:srgbClr val="D8EEEC"/>
          </a:solidFill>
          <a:ln w="12700">
            <a:solidFill>
              <a:srgbClr val="0B7A76"/>
            </a:solidFill>
            <a:prstDash val="solid"/>
          </a:ln>
        </p:spPr>
        <p:txBody>
          <a:bodyPr wrap="square" lIns="0" tIns="3810" rIns="0" bIns="0" rtlCol="0" anchor="t">
            <a:normAutofit/>
          </a:bodyPr>
          <a:lstStyle/>
          <a:p>
            <a:pPr marL="0" indent="0" algn="ctr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request_aport</a:t>
            </a:r>
            <a:endParaRPr lang="en-US" sz="12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096E38DD-26E0-C337-4071-DB0A6C29024D}"/>
              </a:ext>
            </a:extLst>
          </p:cNvPr>
          <p:cNvSpPr/>
          <p:nvPr/>
        </p:nvSpPr>
        <p:spPr>
          <a:xfrm>
            <a:off x="2876550" y="4687824"/>
            <a:ext cx="1714500" cy="338296"/>
          </a:xfrm>
          <a:custGeom>
            <a:avLst/>
            <a:gdLst/>
            <a:ahLst/>
            <a:cxnLst/>
            <a:rect l="l" t="t" r="r" b="b"/>
            <a:pathLst>
              <a:path w="1714500" h="338296">
                <a:moveTo>
                  <a:pt x="57150" y="0"/>
                </a:moveTo>
                <a:lnTo>
                  <a:pt x="1657350" y="0"/>
                </a:lnTo>
                <a:arcTo wR="57150" hR="57150" stAng="16200000" swAng="5400000"/>
                <a:lnTo>
                  <a:pt x="1714500" y="281146"/>
                </a:lnTo>
                <a:arcTo wR="57150" hR="57150" stAng="0" swAng="5400000"/>
                <a:lnTo>
                  <a:pt x="57150" y="338296"/>
                </a:lnTo>
                <a:arcTo wR="57150" hR="57150" stAng="5400000" swAng="5400000"/>
                <a:lnTo>
                  <a:pt x="0" y="57150"/>
                </a:lnTo>
                <a:arcTo wR="57150" hR="57150" stAng="10800000" swAng="5400000"/>
                <a:close/>
              </a:path>
            </a:pathLst>
          </a:custGeom>
          <a:solidFill>
            <a:srgbClr val="D8EEEC"/>
          </a:solidFill>
          <a:ln w="12700">
            <a:solidFill>
              <a:srgbClr val="0B7A76"/>
            </a:solidFill>
            <a:prstDash val="solid"/>
          </a:ln>
        </p:spPr>
        <p:txBody>
          <a:bodyPr wrap="square" lIns="0" tIns="3810" rIns="0" bIns="0" rtlCol="0" anchor="t">
            <a:normAutofit/>
          </a:bodyPr>
          <a:lstStyle/>
          <a:p>
            <a:pPr marL="0" indent="0" algn="ctr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scoreboard_aport</a:t>
            </a: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84903ED-0DD7-6D1E-D077-E3E40C6799DF}"/>
              </a:ext>
            </a:extLst>
          </p:cNvPr>
          <p:cNvSpPr/>
          <p:nvPr/>
        </p:nvSpPr>
        <p:spPr>
          <a:xfrm>
            <a:off x="736600" y="5081524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writes completed writes to memory</a:t>
            </a:r>
            <a:endParaRPr lang="en-US" sz="1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2D600EB9-BF97-35D9-3879-40C8A1C1334B}"/>
              </a:ext>
            </a:extLst>
          </p:cNvPr>
          <p:cNvSpPr/>
          <p:nvPr/>
        </p:nvSpPr>
        <p:spPr>
          <a:xfrm>
            <a:off x="5022850" y="4687824"/>
            <a:ext cx="1892300" cy="338296"/>
          </a:xfrm>
          <a:custGeom>
            <a:avLst/>
            <a:gdLst/>
            <a:ahLst/>
            <a:cxnLst/>
            <a:rect l="l" t="t" r="r" b="b"/>
            <a:pathLst>
              <a:path w="1892300" h="338296">
                <a:moveTo>
                  <a:pt x="57150" y="0"/>
                </a:moveTo>
                <a:lnTo>
                  <a:pt x="1835150" y="0"/>
                </a:lnTo>
                <a:arcTo wR="57150" hR="57150" stAng="16200000" swAng="5400000"/>
                <a:lnTo>
                  <a:pt x="1892300" y="281146"/>
                </a:lnTo>
                <a:arcTo wR="57150" hR="57150" stAng="0" swAng="5400000"/>
                <a:lnTo>
                  <a:pt x="57150" y="338296"/>
                </a:lnTo>
                <a:arcTo wR="57150" hR="57150" stAng="5400000" swAng="5400000"/>
                <a:lnTo>
                  <a:pt x="0" y="57150"/>
                </a:lnTo>
                <a:arcTo wR="57150" hR="57150" stAng="10800000" swAng="5400000"/>
                <a:close/>
              </a:path>
            </a:pathLst>
          </a:custGeom>
          <a:solidFill>
            <a:srgbClr val="D8EEEC"/>
          </a:solidFill>
          <a:ln w="12700">
            <a:solidFill>
              <a:srgbClr val="0B7A76"/>
            </a:solidFill>
            <a:prstDash val="solid"/>
          </a:ln>
        </p:spPr>
        <p:txBody>
          <a:bodyPr wrap="square" lIns="0" tIns="3810" rIns="0" bIns="0" rtlCol="0" anchor="t">
            <a:normAutofit/>
          </a:bodyPr>
          <a:lstStyle/>
          <a:p>
            <a:pPr marL="0" indent="0" algn="ctr">
              <a:lnSpc>
                <a:spcPts val="2604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slave_agent_aport</a:t>
            </a:r>
            <a:endParaRPr lang="en-US" sz="12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FCA3FFE8-27E3-2AAA-406B-85794C18B703}"/>
              </a:ext>
            </a:extLst>
          </p:cNvPr>
          <p:cNvSpPr/>
          <p:nvPr/>
        </p:nvSpPr>
        <p:spPr>
          <a:xfrm>
            <a:off x="6610350" y="3036824"/>
            <a:ext cx="1511300" cy="338296"/>
          </a:xfrm>
          <a:custGeom>
            <a:avLst/>
            <a:gdLst/>
            <a:ahLst/>
            <a:cxnLst/>
            <a:rect l="l" t="t" r="r" b="b"/>
            <a:pathLst>
              <a:path w="1511300" h="338296">
                <a:moveTo>
                  <a:pt x="57150" y="0"/>
                </a:moveTo>
                <a:lnTo>
                  <a:pt x="1454150" y="0"/>
                </a:lnTo>
                <a:arcTo wR="57150" hR="57150" stAng="16200000" swAng="5400000"/>
                <a:lnTo>
                  <a:pt x="1511300" y="281146"/>
                </a:lnTo>
                <a:arcTo wR="57150" hR="57150" stAng="0" swAng="5400000"/>
                <a:lnTo>
                  <a:pt x="57150" y="338296"/>
                </a:lnTo>
                <a:arcTo wR="57150" hR="57150" stAng="5400000" swAng="5400000"/>
                <a:lnTo>
                  <a:pt x="0" y="57150"/>
                </a:lnTo>
                <a:arcTo wR="57150" hR="57150" stAng="10800000" swAng="5400000"/>
                <a:close/>
              </a:path>
            </a:pathLst>
          </a:custGeom>
          <a:solidFill>
            <a:srgbClr val="FBE6D6"/>
          </a:solidFill>
          <a:ln w="12700">
            <a:solidFill>
              <a:srgbClr val="B8541A"/>
            </a:solidFill>
            <a:prstDash val="solid"/>
          </a:ln>
        </p:spPr>
        <p:txBody>
          <a:bodyPr wrap="square" lIns="0" tIns="3810" rIns="0" bIns="0" rtlCol="0" anchor="t">
            <a:normAutofit/>
          </a:bodyPr>
          <a:lstStyle/>
          <a:p>
            <a:pPr marL="0" indent="0" algn="ctr">
              <a:lnSpc>
                <a:spcPts val="2604"/>
              </a:lnSpc>
              <a:buNone/>
            </a:pPr>
            <a:r>
              <a:rPr lang="en-US" sz="1200" b="1" dirty="0" err="1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request_export</a:t>
            </a:r>
            <a:endParaRPr lang="en-US" sz="12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9F82EFF3-2744-5E97-89E7-C0309F1C5E6B}"/>
              </a:ext>
            </a:extLst>
          </p:cNvPr>
          <p:cNvSpPr/>
          <p:nvPr/>
        </p:nvSpPr>
        <p:spPr>
          <a:xfrm>
            <a:off x="8388350" y="2801874"/>
            <a:ext cx="2527300" cy="812800"/>
          </a:xfrm>
          <a:prstGeom prst="roundRect">
            <a:avLst>
              <a:gd name="adj" fmla="val 7031"/>
            </a:avLst>
          </a:prstGeom>
          <a:solidFill>
            <a:srgbClr val="FBE6D6"/>
          </a:solidFill>
          <a:ln w="12700">
            <a:solidFill>
              <a:srgbClr val="B8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9AE96EB-7129-7BE3-1E24-8E7BEB23984A}"/>
              </a:ext>
            </a:extLst>
          </p:cNvPr>
          <p:cNvSpPr/>
          <p:nvPr/>
        </p:nvSpPr>
        <p:spPr>
          <a:xfrm>
            <a:off x="8481060" y="2894585"/>
            <a:ext cx="2412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request_fifo</a:t>
            </a:r>
            <a:endParaRPr lang="en-US" sz="12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D4694F8E-3AA8-AAAB-C0FE-BB489D493F80}"/>
              </a:ext>
            </a:extLst>
          </p:cNvPr>
          <p:cNvSpPr/>
          <p:nvPr/>
        </p:nvSpPr>
        <p:spPr>
          <a:xfrm>
            <a:off x="8481060" y="3146045"/>
            <a:ext cx="2412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uvm_tlm_analysis_fifo</a:t>
            </a:r>
            <a:endParaRPr lang="en-US" sz="12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534CB5CF-793E-5B52-D2D7-F3C653C85421}"/>
              </a:ext>
            </a:extLst>
          </p:cNvPr>
          <p:cNvSpPr/>
          <p:nvPr/>
        </p:nvSpPr>
        <p:spPr>
          <a:xfrm>
            <a:off x="4762500" y="2897124"/>
            <a:ext cx="1831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request, at Setup</a:t>
            </a:r>
            <a:endParaRPr lang="en-US" sz="12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3A936A82-5AE0-7AAD-407C-74778A38C04E}"/>
              </a:ext>
            </a:extLst>
          </p:cNvPr>
          <p:cNvSpPr/>
          <p:nvPr/>
        </p:nvSpPr>
        <p:spPr>
          <a:xfrm>
            <a:off x="5016500" y="4383024"/>
            <a:ext cx="1962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transfer</a:t>
            </a:r>
            <a:endParaRPr lang="en-US" sz="1200" dirty="0"/>
          </a:p>
        </p:txBody>
      </p:sp>
      <p:pic>
        <p:nvPicPr>
          <p:cNvPr id="47" name="Image 0" descr="connector">
            <a:extLst>
              <a:ext uri="{FF2B5EF4-FFF2-40B4-BE49-F238E27FC236}">
                <a16:creationId xmlns:a16="http://schemas.microsoft.com/office/drawing/2014/main" id="{C7ECCE34-2CD7-79CE-8C27-B497DF1304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46600" y="3157474"/>
            <a:ext cx="2108200" cy="101600"/>
          </a:xfrm>
          <a:prstGeom prst="rect">
            <a:avLst/>
          </a:prstGeom>
        </p:spPr>
      </p:pic>
      <p:pic>
        <p:nvPicPr>
          <p:cNvPr id="49" name="Image 1" descr="connector">
            <a:extLst>
              <a:ext uri="{FF2B5EF4-FFF2-40B4-BE49-F238E27FC236}">
                <a16:creationId xmlns:a16="http://schemas.microsoft.com/office/drawing/2014/main" id="{93DAC5C3-8255-6746-5F97-CD74C18678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7200" y="3157474"/>
            <a:ext cx="355600" cy="101600"/>
          </a:xfrm>
          <a:prstGeom prst="rect">
            <a:avLst/>
          </a:prstGeom>
        </p:spPr>
      </p:pic>
      <p:pic>
        <p:nvPicPr>
          <p:cNvPr id="51" name="Image 2" descr="connector">
            <a:extLst>
              <a:ext uri="{FF2B5EF4-FFF2-40B4-BE49-F238E27FC236}">
                <a16:creationId xmlns:a16="http://schemas.microsoft.com/office/drawing/2014/main" id="{B471F87F-5FE0-8716-B426-F72058738F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6600" y="4808474"/>
            <a:ext cx="520700" cy="101600"/>
          </a:xfrm>
          <a:prstGeom prst="rect">
            <a:avLst/>
          </a:prstGeom>
        </p:spPr>
      </p:pic>
      <p:pic>
        <p:nvPicPr>
          <p:cNvPr id="53" name="Image 3" descr="connector">
            <a:extLst>
              <a:ext uri="{FF2B5EF4-FFF2-40B4-BE49-F238E27FC236}">
                <a16:creationId xmlns:a16="http://schemas.microsoft.com/office/drawing/2014/main" id="{B0693BCD-F411-A325-FDEB-15A84803BB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70700" y="4808474"/>
            <a:ext cx="4191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85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3" grpId="0" animBg="1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7A3C-7328-B1D4-FFEE-F22437F9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3634-8B93-2DE2-7ECD-CCB5D72C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APB Memory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49E90D-56AB-C181-8A5A-343943053161}"/>
              </a:ext>
            </a:extLst>
          </p:cNvPr>
          <p:cNvSpPr/>
          <p:nvPr/>
        </p:nvSpPr>
        <p:spPr>
          <a:xfrm>
            <a:off x="1041400" y="1872644"/>
            <a:ext cx="48609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ahb2apb_apb_mem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89D17DA-88CE-124C-7229-8F2EAA718D65}"/>
              </a:ext>
            </a:extLst>
          </p:cNvPr>
          <p:cNvSpPr/>
          <p:nvPr/>
        </p:nvSpPr>
        <p:spPr>
          <a:xfrm>
            <a:off x="1041400" y="2402838"/>
            <a:ext cx="6077030" cy="548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protected bit [7:0] mem [int unsigned];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E199AC6-3A75-0356-F8B1-9BD3946D5841}"/>
              </a:ext>
            </a:extLst>
          </p:cNvPr>
          <p:cNvSpPr/>
          <p:nvPr/>
        </p:nvSpPr>
        <p:spPr>
          <a:xfrm>
            <a:off x="1041400" y="3112772"/>
            <a:ext cx="48609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init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write(addr, data, </a:t>
            </a: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strb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read(</a:t>
            </a: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addr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dump()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C58DDDA6-FB76-C966-B0BE-70D0E992D52C}"/>
              </a:ext>
            </a:extLst>
          </p:cNvPr>
          <p:cNvSpPr/>
          <p:nvPr/>
        </p:nvSpPr>
        <p:spPr>
          <a:xfrm>
            <a:off x="1041399" y="7596187"/>
            <a:ext cx="9260068" cy="3575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init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write(addr, data, </a:t>
            </a: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strb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read(addr)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dump_to_file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56D13B9-41CF-3934-5506-656CD5F1758F}"/>
              </a:ext>
            </a:extLst>
          </p:cNvPr>
          <p:cNvSpPr/>
          <p:nvPr/>
        </p:nvSpPr>
        <p:spPr>
          <a:xfrm>
            <a:off x="1041398" y="7911212"/>
            <a:ext cx="5417273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92500" lnSpcReduction="20000"/>
          </a:bodyPr>
          <a:lstStyle/>
          <a:p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(!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vif.PRESETn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	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memory.init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89BEC9C-F68B-46DF-17AB-A5FB143F22B9}"/>
              </a:ext>
            </a:extLst>
          </p:cNvPr>
          <p:cNvSpPr/>
          <p:nvPr/>
        </p:nvSpPr>
        <p:spPr>
          <a:xfrm>
            <a:off x="1041398" y="8766644"/>
            <a:ext cx="8831807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25000" lnSpcReduction="20000"/>
          </a:bodyPr>
          <a:lstStyle/>
          <a:p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memory.write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item_done.paddr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item_done.pwdata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item_done.pstrb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br>
              <a:rPr lang="en-US" sz="4900" dirty="0">
                <a:solidFill>
                  <a:schemeClr val="bg2"/>
                </a:solidFill>
              </a:rPr>
            </a:br>
            <a:endParaRPr lang="en-US" sz="4900" dirty="0">
              <a:solidFill>
                <a:schemeClr val="bg2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00F182E-4B1D-6D90-AFBB-879D8D4A9867}"/>
              </a:ext>
            </a:extLst>
          </p:cNvPr>
          <p:cNvSpPr/>
          <p:nvPr/>
        </p:nvSpPr>
        <p:spPr>
          <a:xfrm>
            <a:off x="1041396" y="9725762"/>
            <a:ext cx="8831807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25000" lnSpcReduction="20000"/>
          </a:bodyPr>
          <a:lstStyle/>
          <a:p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seq_item_res.prdata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p_sequencer.memory.read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seq_item_req.paddr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br>
              <a:rPr lang="en-US" sz="4900" dirty="0">
                <a:solidFill>
                  <a:schemeClr val="bg2"/>
                </a:solidFill>
              </a:rPr>
            </a:br>
            <a:endParaRPr lang="en-US" sz="4900" dirty="0">
              <a:solidFill>
                <a:schemeClr val="bg2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B6360B8-DD16-B318-C77D-F973976955E1}"/>
              </a:ext>
            </a:extLst>
          </p:cNvPr>
          <p:cNvSpPr/>
          <p:nvPr/>
        </p:nvSpPr>
        <p:spPr>
          <a:xfrm>
            <a:off x="1041397" y="10664587"/>
            <a:ext cx="3773672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25000" lnSpcReduction="20000"/>
          </a:bodyPr>
          <a:lstStyle/>
          <a:p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memory.dump_to_file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br>
              <a:rPr lang="en-US" sz="4900" dirty="0">
                <a:solidFill>
                  <a:schemeClr val="bg2"/>
                </a:solidFill>
              </a:rPr>
            </a:br>
            <a:endParaRPr lang="en-US" sz="49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975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DBBC-FDD4-76FD-BBCC-C136DB0C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C743-AC34-D970-369B-046B2EF2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APB Memory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69C46BE-C4AD-B550-0B91-E2690D6AD614}"/>
              </a:ext>
            </a:extLst>
          </p:cNvPr>
          <p:cNvSpPr/>
          <p:nvPr/>
        </p:nvSpPr>
        <p:spPr>
          <a:xfrm>
            <a:off x="1041399" y="1689934"/>
            <a:ext cx="48609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ahb2apb_apb_mem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D117EBE-72B3-8F48-44B8-296FAEE9A790}"/>
              </a:ext>
            </a:extLst>
          </p:cNvPr>
          <p:cNvSpPr/>
          <p:nvPr/>
        </p:nvSpPr>
        <p:spPr>
          <a:xfrm>
            <a:off x="1041399" y="2133729"/>
            <a:ext cx="6077030" cy="548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protected bit [7:0] mem [int unsigned];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5F0D5F9-F572-67E9-2A45-928492E40649}"/>
              </a:ext>
            </a:extLst>
          </p:cNvPr>
          <p:cNvSpPr/>
          <p:nvPr/>
        </p:nvSpPr>
        <p:spPr>
          <a:xfrm>
            <a:off x="1041399" y="2511706"/>
            <a:ext cx="9260068" cy="3575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init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write(addr, data, </a:t>
            </a: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strb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read(addr)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chemeClr val="tx2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 err="1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dump_to_file</a:t>
            </a:r>
            <a:r>
              <a:rPr lang="en-US" sz="2000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31002C91-D4C3-9FD9-B3A8-FF7D97BBE785}"/>
              </a:ext>
            </a:extLst>
          </p:cNvPr>
          <p:cNvSpPr/>
          <p:nvPr/>
        </p:nvSpPr>
        <p:spPr>
          <a:xfrm>
            <a:off x="1041398" y="2826731"/>
            <a:ext cx="5417273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92500" lnSpcReduction="20000"/>
          </a:bodyPr>
          <a:lstStyle/>
          <a:p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(!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vif.PRESETn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	</a:t>
            </a:r>
            <a:r>
              <a:rPr lang="en-US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memory.init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CBA9979-308A-E1E8-F45A-B92E55004168}"/>
              </a:ext>
            </a:extLst>
          </p:cNvPr>
          <p:cNvSpPr/>
          <p:nvPr/>
        </p:nvSpPr>
        <p:spPr>
          <a:xfrm>
            <a:off x="1041398" y="3682163"/>
            <a:ext cx="8831807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25000" lnSpcReduction="20000"/>
          </a:bodyPr>
          <a:lstStyle/>
          <a:p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memory.write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item_done.paddr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item_done.pwdata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item_done.pstrb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br>
              <a:rPr lang="en-US" sz="4900" dirty="0">
                <a:solidFill>
                  <a:schemeClr val="bg2"/>
                </a:solidFill>
              </a:rPr>
            </a:br>
            <a:endParaRPr lang="en-US" sz="4900" dirty="0">
              <a:solidFill>
                <a:schemeClr val="bg2"/>
              </a:solidFill>
            </a:endParaRPr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E41B6F00-366F-8630-9277-5D926E627EA2}"/>
              </a:ext>
            </a:extLst>
          </p:cNvPr>
          <p:cNvSpPr/>
          <p:nvPr/>
        </p:nvSpPr>
        <p:spPr>
          <a:xfrm>
            <a:off x="1041396" y="4641281"/>
            <a:ext cx="8831807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25000" lnSpcReduction="20000"/>
          </a:bodyPr>
          <a:lstStyle/>
          <a:p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seq_item_res.prdata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p_sequencer.memory.read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seq_item_req.paddr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br>
              <a:rPr lang="en-US" sz="4900" dirty="0">
                <a:solidFill>
                  <a:schemeClr val="bg2"/>
                </a:solidFill>
              </a:rPr>
            </a:br>
            <a:endParaRPr lang="en-US" sz="4900" dirty="0">
              <a:solidFill>
                <a:schemeClr val="bg2"/>
              </a:solidFill>
            </a:endParaRPr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0DC3C2F-EF4E-2D58-1E22-E99B403722EC}"/>
              </a:ext>
            </a:extLst>
          </p:cNvPr>
          <p:cNvSpPr/>
          <p:nvPr/>
        </p:nvSpPr>
        <p:spPr>
          <a:xfrm>
            <a:off x="1041397" y="5580106"/>
            <a:ext cx="3773672" cy="467360"/>
          </a:xfrm>
          <a:prstGeom prst="roundRect">
            <a:avLst>
              <a:gd name="adj" fmla="val 13587"/>
            </a:avLst>
          </a:prstGeom>
          <a:solidFill>
            <a:srgbClr val="14213D"/>
          </a:solidFill>
          <a:ln/>
        </p:spPr>
        <p:txBody>
          <a:bodyPr wrap="square" lIns="108401" tIns="108401" rIns="0" bIns="83001" rtlCol="0" anchor="t">
            <a:normAutofit fontScale="25000" lnSpcReduction="20000"/>
          </a:bodyPr>
          <a:lstStyle/>
          <a:p>
            <a:r>
              <a:rPr lang="en-US" sz="6800" dirty="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memory.dump_to_file</a:t>
            </a:r>
            <a:r>
              <a:rPr lang="en-US" sz="6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br>
              <a:rPr lang="en-US" sz="4900" dirty="0">
                <a:solidFill>
                  <a:schemeClr val="bg2"/>
                </a:solidFill>
              </a:rPr>
            </a:br>
            <a:endParaRPr lang="en-US" sz="49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25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E7F2-7C92-F139-BC21-5B9CBA06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B124BB-C49C-EEFB-BB02-2287491267DC}"/>
              </a:ext>
            </a:extLst>
          </p:cNvPr>
          <p:cNvSpPr txBox="1"/>
          <p:nvPr/>
        </p:nvSpPr>
        <p:spPr>
          <a:xfrm>
            <a:off x="502920" y="310896"/>
            <a:ext cx="1127760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APB Sequences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9054A5-CCEA-87B2-F485-67481DDA49BE}"/>
              </a:ext>
            </a:extLst>
          </p:cNvPr>
          <p:cNvSpPr/>
          <p:nvPr/>
        </p:nvSpPr>
        <p:spPr>
          <a:xfrm>
            <a:off x="530352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ea typeface="+mn-lt"/>
                <a:cs typeface="+mn-lt"/>
              </a:rPr>
              <a:t>OKAY response with no wait states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8BBBF9-B7A5-0EE0-769C-C3792EF81FA4}"/>
              </a:ext>
            </a:extLst>
          </p:cNvPr>
          <p:cNvSpPr/>
          <p:nvPr/>
        </p:nvSpPr>
        <p:spPr>
          <a:xfrm>
            <a:off x="499460" y="324579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ea typeface="+mn-lt"/>
                <a:cs typeface="+mn-lt"/>
              </a:rPr>
              <a:t>OKAY response with random wait states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C73630-66E3-AD7F-26AA-044C0C841F37}"/>
              </a:ext>
            </a:extLst>
          </p:cNvPr>
          <p:cNvSpPr/>
          <p:nvPr/>
        </p:nvSpPr>
        <p:spPr>
          <a:xfrm>
            <a:off x="530352" y="5125746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ea typeface="+mn-lt"/>
                <a:cs typeface="+mn-lt"/>
              </a:rPr>
              <a:t>Randomized APB response with error injection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57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4BE7-209F-AC6A-B762-60085C26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CFA7-F19F-98DB-B903-208058BD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UVM Scoreboard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5B36D0-0F3C-3D87-CA11-846E676DF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309278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574985"/>
      </p:ext>
    </p:extLst>
  </p:cSld>
  <p:clrMapOvr>
    <a:masterClrMapping/>
  </p:clrMapOvr>
  <p:transition spd="slow">
    <p:cover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D8BD-402D-4209-0149-E2BE6CE9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79DFE8-5FB0-C79E-2A54-B1B67677A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AHB monitor supplies requests and bridge responses.</a:t>
            </a:r>
          </a:p>
          <a:p>
            <a:r>
              <a:rPr lang="en-US"/>
              <a:t>The APB monitor supplies bridge requests and slave responses.</a:t>
            </a:r>
          </a:p>
          <a:p>
            <a:r>
              <a:rPr lang="en-US"/>
              <a:t>Each predictor models outputs on the opposite interface.</a:t>
            </a:r>
          </a:p>
          <a:p>
            <a:r>
              <a:rPr lang="en-US"/>
              <a:t>Select actual bridge outputs for FIFO-based comparison.</a:t>
            </a:r>
          </a:p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0176A4F-FBD8-D40D-70B8-1CE5CB62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F2740E-0E98-FD0E-C552-E94959450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4773" y="2193488"/>
            <a:ext cx="6487430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75171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6991-0253-1B29-3256-FF260438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CFB6E1-9653-D6D3-A332-80968146F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24" y="2226960"/>
            <a:ext cx="6487430" cy="3534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DC5217-7660-171E-2340-0E436F594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4390" y="2160016"/>
            <a:ext cx="7335835" cy="3601212"/>
          </a:xfrm>
        </p:spPr>
        <p:txBody>
          <a:bodyPr/>
          <a:lstStyle/>
          <a:p>
            <a:r>
              <a:rPr lang="en-US">
                <a:solidFill>
                  <a:srgbClr val="10243A"/>
                </a:solidFill>
              </a:rPr>
              <a:t>The AHB monitor supplies requests and bridge responses.</a:t>
            </a:r>
          </a:p>
          <a:p>
            <a:r>
              <a:rPr lang="en-US"/>
              <a:t>The APB monitor supplies bridge requests and slave responses.</a:t>
            </a:r>
          </a:p>
          <a:p>
            <a:r>
              <a:rPr lang="en-US"/>
              <a:t>Each predictor models outputs on the opposite interface.</a:t>
            </a:r>
          </a:p>
          <a:p>
            <a:r>
              <a:rPr lang="en-US"/>
              <a:t>Select actual bridge outputs for FIFO-based comparison.</a:t>
            </a:r>
          </a:p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7EA26DC-2495-C82F-2D3A-593C96DA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BC108B-7550-1667-147F-9A5A36890869}"/>
              </a:ext>
            </a:extLst>
          </p:cNvPr>
          <p:cNvSpPr/>
          <p:nvPr/>
        </p:nvSpPr>
        <p:spPr>
          <a:xfrm>
            <a:off x="1288027" y="2039874"/>
            <a:ext cx="1848464" cy="221749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C5F324-79B5-2680-D57D-90866FCD8F9E}"/>
              </a:ext>
            </a:extLst>
          </p:cNvPr>
          <p:cNvSpPr/>
          <p:nvPr/>
        </p:nvSpPr>
        <p:spPr>
          <a:xfrm>
            <a:off x="5066446" y="2039874"/>
            <a:ext cx="1848464" cy="221749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DCA00F-F5BB-372E-6C1E-6A62E2D088F6}"/>
              </a:ext>
            </a:extLst>
          </p:cNvPr>
          <p:cNvSpPr/>
          <p:nvPr/>
        </p:nvSpPr>
        <p:spPr>
          <a:xfrm>
            <a:off x="1474840" y="4336026"/>
            <a:ext cx="1848464" cy="1268361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FF3DB4-0845-572B-6A5C-EDE656093967}"/>
              </a:ext>
            </a:extLst>
          </p:cNvPr>
          <p:cNvSpPr/>
          <p:nvPr/>
        </p:nvSpPr>
        <p:spPr>
          <a:xfrm>
            <a:off x="5066446" y="4336026"/>
            <a:ext cx="1618064" cy="1268361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A0AE55-AE81-3C3A-8FCA-2C4C6524AC96}"/>
              </a:ext>
            </a:extLst>
          </p:cNvPr>
          <p:cNvSpPr txBox="1"/>
          <p:nvPr/>
        </p:nvSpPr>
        <p:spPr>
          <a:xfrm>
            <a:off x="980035" y="2042294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0E751-B6A4-BA91-8974-CF9165EF212E}"/>
              </a:ext>
            </a:extLst>
          </p:cNvPr>
          <p:cNvSpPr txBox="1"/>
          <p:nvPr/>
        </p:nvSpPr>
        <p:spPr>
          <a:xfrm>
            <a:off x="6939756" y="216183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49B178-A192-D707-8865-FCF5A5C2CD29}"/>
              </a:ext>
            </a:extLst>
          </p:cNvPr>
          <p:cNvSpPr txBox="1"/>
          <p:nvPr/>
        </p:nvSpPr>
        <p:spPr>
          <a:xfrm>
            <a:off x="1019365" y="444637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5F910A-1534-2DEE-98E1-88F64AEFCF90}"/>
              </a:ext>
            </a:extLst>
          </p:cNvPr>
          <p:cNvSpPr txBox="1"/>
          <p:nvPr/>
        </p:nvSpPr>
        <p:spPr>
          <a:xfrm>
            <a:off x="6914910" y="440930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69879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3" grpId="0"/>
      <p:bldP spid="15" grpId="0"/>
      <p:bldP spid="17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5C53-2110-7B02-6681-8F063EE9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8428-4BD4-91A6-21FF-B17B1A59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Architecture</a:t>
            </a:r>
          </a:p>
        </p:txBody>
      </p:sp>
      <p:pic>
        <p:nvPicPr>
          <p:cNvPr id="10" name="Image 0" descr="/mnt/data/Scorebaord_architecture.png">
            <a:extLst>
              <a:ext uri="{FF2B5EF4-FFF2-40B4-BE49-F238E27FC236}">
                <a16:creationId xmlns:a16="http://schemas.microsoft.com/office/drawing/2014/main" id="{C652A850-929C-7F31-348B-52B14B5AFB3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38150" y="1600200"/>
            <a:ext cx="9674225" cy="411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01984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40F4-0BA6-A9D0-A0D7-77EFC53F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C8B28C3D-F43E-59D8-8D53-5B5904E777BB}"/>
              </a:ext>
            </a:extLst>
          </p:cNvPr>
          <p:cNvSpPr/>
          <p:nvPr/>
        </p:nvSpPr>
        <p:spPr>
          <a:xfrm>
            <a:off x="518160" y="1152524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Cross-interface data flow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2142E4D-DF79-AE0E-E7DE-B4670EA75E41}"/>
              </a:ext>
            </a:extLst>
          </p:cNvPr>
          <p:cNvSpPr/>
          <p:nvPr/>
        </p:nvSpPr>
        <p:spPr>
          <a:xfrm>
            <a:off x="640079" y="1851660"/>
            <a:ext cx="4379595" cy="1691640"/>
          </a:xfrm>
          <a:prstGeom prst="roundRect">
            <a:avLst>
              <a:gd name="adj" fmla="val 3297"/>
            </a:avLst>
          </a:prstGeom>
          <a:solidFill>
            <a:schemeClr val="bg2">
              <a:lumMod val="90000"/>
            </a:schemeClr>
          </a:solidFill>
          <a:ln w="8890">
            <a:solidFill>
              <a:srgbClr val="35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986238A-DFD5-D00A-6592-95150B3EF499}"/>
              </a:ext>
            </a:extLst>
          </p:cNvPr>
          <p:cNvSpPr/>
          <p:nvPr/>
        </p:nvSpPr>
        <p:spPr>
          <a:xfrm>
            <a:off x="804672" y="1997964"/>
            <a:ext cx="3233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>
                <a:solidFill>
                  <a:srgbClr val="0070C0"/>
                </a:solidFill>
              </a:rPr>
              <a:t>AHB → APB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76C1B20-FEC1-2819-F18F-1A184673AB61}"/>
              </a:ext>
            </a:extLst>
          </p:cNvPr>
          <p:cNvSpPr/>
          <p:nvPr/>
        </p:nvSpPr>
        <p:spPr>
          <a:xfrm>
            <a:off x="722375" y="2449068"/>
            <a:ext cx="4215002" cy="1200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AHB monitor → APB predictor → expected APB FIFO</a:t>
            </a:r>
          </a:p>
          <a:p>
            <a:pPr marL="0" indent="0">
              <a:buNone/>
            </a:pPr>
            <a:endParaRPr lang="en-US" sz="13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APB monitor → APB output filter → actual APB FIFO</a:t>
            </a:r>
          </a:p>
          <a:p>
            <a:pPr marL="0" indent="0">
              <a:buNone/>
            </a:pPr>
            <a:endParaRPr lang="en-US" sz="13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Comparator checks expected vs. actual APB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22D2CABC-A0CC-07C9-F865-17F7629CA6B9}"/>
              </a:ext>
            </a:extLst>
          </p:cNvPr>
          <p:cNvSpPr/>
          <p:nvPr/>
        </p:nvSpPr>
        <p:spPr>
          <a:xfrm>
            <a:off x="5484495" y="1851660"/>
            <a:ext cx="4379595" cy="1691640"/>
          </a:xfrm>
          <a:prstGeom prst="roundRect">
            <a:avLst>
              <a:gd name="adj" fmla="val 3297"/>
            </a:avLst>
          </a:prstGeom>
          <a:solidFill>
            <a:schemeClr val="accent2">
              <a:lumMod val="60000"/>
              <a:lumOff val="40000"/>
            </a:schemeClr>
          </a:solidFill>
          <a:ln w="8890">
            <a:solidFill>
              <a:srgbClr val="35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F88B1BE5-4F12-A7E4-422E-E95EA01E3C2A}"/>
              </a:ext>
            </a:extLst>
          </p:cNvPr>
          <p:cNvSpPr/>
          <p:nvPr/>
        </p:nvSpPr>
        <p:spPr>
          <a:xfrm>
            <a:off x="5649088" y="1997963"/>
            <a:ext cx="4107758" cy="329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chemeClr val="bg2">
                    <a:lumMod val="90000"/>
                  </a:schemeClr>
                </a:solidFill>
              </a:rPr>
              <a:t>APB → AHB</a:t>
            </a:r>
            <a:endParaRPr lang="en-US" sz="170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8B70D6B-40CC-1DF4-3508-C4DE973EBB2D}"/>
              </a:ext>
            </a:extLst>
          </p:cNvPr>
          <p:cNvSpPr/>
          <p:nvPr/>
        </p:nvSpPr>
        <p:spPr>
          <a:xfrm>
            <a:off x="5649088" y="2418587"/>
            <a:ext cx="4215002" cy="1231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/>
              <a:t>APB monitor → AHB predictor → expected AHB FIFO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/>
              <a:t>AHB monitor → AHB output filter → actual AHB FIFO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/>
              <a:t>Comparator checks expected vs. actual AHB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9408BBB8-419C-2254-6904-38FFE3F9FE5E}"/>
              </a:ext>
            </a:extLst>
          </p:cNvPr>
          <p:cNvSpPr/>
          <p:nvPr/>
        </p:nvSpPr>
        <p:spPr>
          <a:xfrm>
            <a:off x="518160" y="3757803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0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Monitor strategy: two publications per transaction</a:t>
            </a: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82C1E994-6C05-7FDB-5A28-3FE4F166E61B}"/>
              </a:ext>
            </a:extLst>
          </p:cNvPr>
          <p:cNvSpPr/>
          <p:nvPr/>
        </p:nvSpPr>
        <p:spPr>
          <a:xfrm>
            <a:off x="640079" y="4471035"/>
            <a:ext cx="4379595" cy="1325880"/>
          </a:xfrm>
          <a:prstGeom prst="roundRect">
            <a:avLst>
              <a:gd name="adj" fmla="val 3297"/>
            </a:avLst>
          </a:prstGeom>
          <a:solidFill>
            <a:schemeClr val="bg2">
              <a:lumMod val="90000"/>
            </a:schemeClr>
          </a:solidFill>
          <a:ln w="8890">
            <a:solidFill>
              <a:srgbClr val="35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04D9CC4-2384-C299-9E08-1A58BE0D85ED}"/>
              </a:ext>
            </a:extLst>
          </p:cNvPr>
          <p:cNvSpPr/>
          <p:nvPr/>
        </p:nvSpPr>
        <p:spPr>
          <a:xfrm>
            <a:off x="804672" y="4617339"/>
            <a:ext cx="3233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 err="1">
                <a:solidFill>
                  <a:srgbClr val="0070C0"/>
                </a:solidFill>
              </a:rPr>
              <a:t>is_in_progress</a:t>
            </a:r>
            <a:r>
              <a:rPr lang="en-US" sz="1700" b="1">
                <a:solidFill>
                  <a:srgbClr val="0070C0"/>
                </a:solidFill>
              </a:rPr>
              <a:t> = 1</a:t>
            </a: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F6840D26-F402-2222-5FE3-E59370A15ECA}"/>
              </a:ext>
            </a:extLst>
          </p:cNvPr>
          <p:cNvSpPr/>
          <p:nvPr/>
        </p:nvSpPr>
        <p:spPr>
          <a:xfrm>
            <a:off x="722375" y="5068443"/>
            <a:ext cx="4215002" cy="728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phase-aware monitor item is consumed by the APB predictor (AHB stream) or APB actual-output filter (APB stream).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1FF3DB41-9A5C-BC34-E5A3-4CD912692565}"/>
              </a:ext>
            </a:extLst>
          </p:cNvPr>
          <p:cNvSpPr/>
          <p:nvPr/>
        </p:nvSpPr>
        <p:spPr>
          <a:xfrm>
            <a:off x="5484495" y="4471035"/>
            <a:ext cx="4379595" cy="1325880"/>
          </a:xfrm>
          <a:prstGeom prst="roundRect">
            <a:avLst>
              <a:gd name="adj" fmla="val 3297"/>
            </a:avLst>
          </a:prstGeom>
          <a:solidFill>
            <a:schemeClr val="accent2">
              <a:lumMod val="60000"/>
              <a:lumOff val="40000"/>
            </a:schemeClr>
          </a:solidFill>
          <a:ln w="8890">
            <a:solidFill>
              <a:srgbClr val="35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46E3A386-261A-BBF5-3ECF-9E9A7A249872}"/>
              </a:ext>
            </a:extLst>
          </p:cNvPr>
          <p:cNvSpPr/>
          <p:nvPr/>
        </p:nvSpPr>
        <p:spPr>
          <a:xfrm>
            <a:off x="5649088" y="4617338"/>
            <a:ext cx="4107758" cy="329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err="1">
                <a:solidFill>
                  <a:schemeClr val="bg2">
                    <a:lumMod val="90000"/>
                  </a:schemeClr>
                </a:solidFill>
              </a:rPr>
              <a:t>is_in_progress</a:t>
            </a:r>
            <a:r>
              <a:rPr lang="en-US" sz="1700" b="1">
                <a:solidFill>
                  <a:schemeClr val="bg2">
                    <a:lumMod val="90000"/>
                  </a:schemeClr>
                </a:solidFill>
              </a:rPr>
              <a:t> = 0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0D7AAEE9-09A2-26B0-838A-E0961A222A7A}"/>
              </a:ext>
            </a:extLst>
          </p:cNvPr>
          <p:cNvSpPr/>
          <p:nvPr/>
        </p:nvSpPr>
        <p:spPr>
          <a:xfrm>
            <a:off x="5649088" y="5037962"/>
            <a:ext cx="4215002" cy="637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/>
              <a:t>A complementary monitor item is consumed by the AHB predictor (APB stream) or AHB actual-output filter (AHB stream).</a:t>
            </a: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EC35D89E-AC8B-E231-1DCD-F98DFF771CA2}"/>
              </a:ext>
            </a:extLst>
          </p:cNvPr>
          <p:cNvSpPr/>
          <p:nvPr/>
        </p:nvSpPr>
        <p:spPr>
          <a:xfrm>
            <a:off x="3378517" y="343661"/>
            <a:ext cx="543496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Item movement</a:t>
            </a:r>
          </a:p>
        </p:txBody>
      </p:sp>
    </p:spTree>
    <p:extLst>
      <p:ext uri="{BB962C8B-B14F-4D97-AF65-F5344CB8AC3E}">
        <p14:creationId xmlns:p14="http://schemas.microsoft.com/office/powerpoint/2010/main" val="1238492384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27AD06-F409-BE23-D725-429DD45503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" y="581663"/>
            <a:ext cx="5065713" cy="803275"/>
          </a:xfrm>
        </p:spPr>
        <p:txBody>
          <a:bodyPr>
            <a:normAutofit/>
          </a:bodyPr>
          <a:lstStyle/>
          <a:p>
            <a:r>
              <a:rPr lang="en-US"/>
              <a:t>APB predictor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FF17331-6948-0CBF-891B-2FE1AEB7A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075245"/>
              </p:ext>
            </p:extLst>
          </p:nvPr>
        </p:nvGraphicFramePr>
        <p:xfrm>
          <a:off x="609600" y="1514477"/>
          <a:ext cx="7400925" cy="4609617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5903">
                  <a:extLst>
                    <a:ext uri="{9D8B030D-6E8A-4147-A177-3AD203B41FA5}">
                      <a16:colId xmlns:a16="http://schemas.microsoft.com/office/drawing/2014/main" val="1430146382"/>
                    </a:ext>
                  </a:extLst>
                </a:gridCol>
                <a:gridCol w="2848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02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</a:rPr>
                        <a:t>APB field</a:t>
                      </a:r>
                    </a:p>
                  </a:txBody>
                  <a:tcPr anchor="ctr">
                    <a:solidFill>
                      <a:srgbClr val="10243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</a:rPr>
                        <a:t>Implemented prediction</a:t>
                      </a:r>
                    </a:p>
                  </a:txBody>
                  <a:tcPr anchor="ctr">
                    <a:solidFill>
                      <a:srgbClr val="10243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0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02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PSEL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HSEL &amp;&amp; (HTRANS == NONSEQ or SEQ)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02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PADDR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Word-aligned HADDR 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020">
                <a:tc>
                  <a:txBody>
                    <a:bodyPr/>
                    <a:lstStyle/>
                    <a:p>
                      <a:pPr algn="ctr"/>
                      <a:r>
                        <a:rPr lang="en-US" sz="1875" b="0">
                          <a:solidFill>
                            <a:srgbClr val="10243A"/>
                          </a:solidFill>
                        </a:rPr>
                        <a:t>PWRITE</a:t>
                      </a:r>
                      <a:endParaRPr sz="1875" b="0">
                        <a:solidFill>
                          <a:srgbClr val="10243A"/>
                        </a:solidFill>
                      </a:endParaRP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HWRITE </a:t>
                      </a:r>
                      <a:endParaRPr sz="1875" b="0">
                        <a:solidFill>
                          <a:srgbClr val="10243A"/>
                        </a:solidFill>
                      </a:endParaRP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333355"/>
                  </a:ext>
                </a:extLst>
              </a:tr>
              <a:tr h="40402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PPROT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{~HPROT[0], 1'b0, HPROT[1]}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517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PWDATA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HWDATA on writes, retained </a:t>
                      </a:r>
                      <a:r>
                        <a:rPr sz="1875" b="0" err="1">
                          <a:solidFill>
                            <a:srgbClr val="10243A"/>
                          </a:solidFill>
                        </a:rPr>
                        <a:t>data_mem</a:t>
                      </a:r>
                      <a:r>
                        <a:rPr sz="1875" b="0">
                          <a:solidFill>
                            <a:srgbClr val="10243A"/>
                          </a:solidFill>
                        </a:rPr>
                        <a:t> on reads</a:t>
                      </a:r>
                      <a:r>
                        <a:rPr lang="en-US" sz="1875" b="0">
                          <a:solidFill>
                            <a:srgbClr val="10243A"/>
                          </a:solidFill>
                        </a:rPr>
                        <a:t> “last PWDATA sent”</a:t>
                      </a:r>
                      <a:endParaRPr sz="1875" b="0">
                        <a:solidFill>
                          <a:srgbClr val="10243A"/>
                        </a:solidFill>
                      </a:endParaRP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020">
                <a:tc rowSpan="4">
                  <a:txBody>
                    <a:bodyPr/>
                    <a:lstStyle/>
                    <a:p>
                      <a:pPr algn="ctr"/>
                      <a:r>
                        <a:rPr lang="en-US" sz="1875" b="0">
                          <a:solidFill>
                            <a:srgbClr val="10243A"/>
                          </a:solidFill>
                        </a:rPr>
                        <a:t>PSTRB</a:t>
                      </a:r>
                      <a:endParaRPr sz="1875" b="0">
                        <a:solidFill>
                          <a:srgbClr val="10243A"/>
                        </a:solidFill>
                      </a:endParaRP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Byte write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0001 &lt;&lt; HADDR[1:0]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268891"/>
                  </a:ext>
                </a:extLst>
              </a:tr>
              <a:tr h="404020">
                <a:tc vMerge="1">
                  <a:txBody>
                    <a:bodyPr/>
                    <a:lstStyle/>
                    <a:p>
                      <a:endParaRPr sz="1875" b="0">
                        <a:solidFill>
                          <a:srgbClr val="10243A"/>
                        </a:solidFill>
                      </a:endParaRP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Halfword write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0011 &lt;&lt; {HADDR[1], 1'b0}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61980"/>
                  </a:ext>
                </a:extLst>
              </a:tr>
              <a:tr h="404020">
                <a:tc vMerge="1">
                  <a:txBody>
                    <a:bodyPr/>
                    <a:lstStyle/>
                    <a:p>
                      <a:endParaRPr sz="1875" b="0">
                        <a:solidFill>
                          <a:srgbClr val="10243A"/>
                        </a:solidFill>
                      </a:endParaRP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Word write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1111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206061"/>
                  </a:ext>
                </a:extLst>
              </a:tr>
              <a:tr h="404020">
                <a:tc vMerge="1">
                  <a:txBody>
                    <a:bodyPr/>
                    <a:lstStyle/>
                    <a:p>
                      <a:endParaRPr sz="1875" b="0">
                        <a:solidFill>
                          <a:srgbClr val="10243A"/>
                        </a:solidFill>
                      </a:endParaRP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Read / other size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0243A"/>
                          </a:solidFill>
                        </a:rPr>
                        <a:t>0000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48351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4A528C8-242F-AF5A-B56C-096B5BAB76CC}"/>
              </a:ext>
            </a:extLst>
          </p:cNvPr>
          <p:cNvSpPr txBox="1"/>
          <p:nvPr/>
        </p:nvSpPr>
        <p:spPr>
          <a:xfrm>
            <a:off x="8267700" y="3631912"/>
            <a:ext cx="372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</a:rPr>
              <a:t>Keys for sending to expected APB FIFO:</a:t>
            </a:r>
          </a:p>
          <a:p>
            <a:pPr algn="ctr"/>
            <a:r>
              <a:rPr lang="en-US" sz="1400" b="1"/>
              <a:t>PSEL &amp; </a:t>
            </a:r>
            <a:r>
              <a:rPr lang="en-US" sz="1400" b="1" err="1"/>
              <a:t>item.is_in_progress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412044107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6256-A46D-5C51-5B34-AE0D7A6A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6E1D1B-E067-1AA0-4844-7839B8ECF9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" y="581663"/>
            <a:ext cx="5065713" cy="803275"/>
          </a:xfrm>
        </p:spPr>
        <p:txBody>
          <a:bodyPr>
            <a:normAutofit/>
          </a:bodyPr>
          <a:lstStyle/>
          <a:p>
            <a:r>
              <a:rPr lang="en-US"/>
              <a:t>AHB predictor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8BEADD-4068-F608-7574-A10B324FFD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2706672"/>
              </p:ext>
            </p:extLst>
          </p:nvPr>
        </p:nvGraphicFramePr>
        <p:xfrm>
          <a:off x="609599" y="1619252"/>
          <a:ext cx="10982326" cy="2741658"/>
        </p:xfrm>
        <a:graphic>
          <a:graphicData uri="http://schemas.openxmlformats.org/drawingml/2006/table">
            <a:tbl>
              <a:tblPr/>
              <a:tblGrid>
                <a:gridCol w="355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2631">
                  <a:extLst>
                    <a:ext uri="{9D8B030D-6E8A-4147-A177-3AD203B41FA5}">
                      <a16:colId xmlns:a16="http://schemas.microsoft.com/office/drawing/2014/main" val="1430146382"/>
                    </a:ext>
                  </a:extLst>
                </a:gridCol>
              </a:tblGrid>
              <a:tr h="503513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</a:rPr>
                        <a:t>APB field</a:t>
                      </a:r>
                    </a:p>
                  </a:txBody>
                  <a:tcPr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</a:rPr>
                        <a:t>Implemented prediction</a:t>
                      </a:r>
                    </a:p>
                  </a:txBody>
                  <a:tcPr anchor="ctr">
                    <a:solidFill>
                      <a:srgbClr val="10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662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0243A"/>
                          </a:solidFill>
                        </a:rPr>
                        <a:t>HREADYOUT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0243A"/>
                          </a:solidFill>
                        </a:rPr>
                        <a:t>PREADY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673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0243A"/>
                          </a:solidFill>
                        </a:rPr>
                        <a:t>HRESP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0243A"/>
                          </a:solidFill>
                        </a:rPr>
                        <a:t>PSLVERR &amp; PREADY, cast to the response enum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81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0243A"/>
                          </a:solidFill>
                        </a:rPr>
                        <a:t>HRDATA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0243A"/>
                          </a:solidFill>
                        </a:rPr>
                        <a:t>PRDATA</a:t>
                      </a:r>
                    </a:p>
                  </a:txBody>
                  <a:tcPr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3333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6067C4-F3CD-292F-45B4-C6B3151EC65A}"/>
              </a:ext>
            </a:extLst>
          </p:cNvPr>
          <p:cNvSpPr txBox="1"/>
          <p:nvPr/>
        </p:nvSpPr>
        <p:spPr>
          <a:xfrm>
            <a:off x="4233862" y="4977138"/>
            <a:ext cx="3724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</a:rPr>
              <a:t>Key for sending to expected AHB FIFO:</a:t>
            </a:r>
          </a:p>
          <a:p>
            <a:pPr algn="ctr"/>
            <a:r>
              <a:rPr lang="en-US" sz="1400" b="1"/>
              <a:t>!(</a:t>
            </a:r>
            <a:r>
              <a:rPr lang="en-US" sz="1400" b="1" err="1"/>
              <a:t>item.is_in_progress</a:t>
            </a:r>
            <a:r>
              <a:rPr lang="en-US" sz="1400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6149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1EF0-A2B3-9A65-E2C9-CE45EEA2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>
            <a:extLst>
              <a:ext uri="{FF2B5EF4-FFF2-40B4-BE49-F238E27FC236}">
                <a16:creationId xmlns:a16="http://schemas.microsoft.com/office/drawing/2014/main" id="{59B5EE38-49CB-B157-3EB3-560B015FB058}"/>
              </a:ext>
            </a:extLst>
          </p:cNvPr>
          <p:cNvSpPr/>
          <p:nvPr/>
        </p:nvSpPr>
        <p:spPr>
          <a:xfrm>
            <a:off x="640079" y="1743075"/>
            <a:ext cx="4379595" cy="3714750"/>
          </a:xfrm>
          <a:prstGeom prst="roundRect">
            <a:avLst>
              <a:gd name="adj" fmla="val 3297"/>
            </a:avLst>
          </a:prstGeom>
          <a:solidFill>
            <a:schemeClr val="bg2">
              <a:lumMod val="90000"/>
            </a:schemeClr>
          </a:solidFill>
          <a:ln w="8890">
            <a:solidFill>
              <a:srgbClr val="35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0598885-A04A-9A65-562A-34F68F013DB5}"/>
              </a:ext>
            </a:extLst>
          </p:cNvPr>
          <p:cNvSpPr/>
          <p:nvPr/>
        </p:nvSpPr>
        <p:spPr>
          <a:xfrm>
            <a:off x="722375" y="1897234"/>
            <a:ext cx="3233928" cy="444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>
                <a:solidFill>
                  <a:srgbClr val="0070C0"/>
                </a:solidFill>
              </a:rPr>
              <a:t>AHB Filter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23FF273-820D-6B1D-509F-B49F1AA65ECE}"/>
              </a:ext>
            </a:extLst>
          </p:cNvPr>
          <p:cNvSpPr/>
          <p:nvPr/>
        </p:nvSpPr>
        <p:spPr>
          <a:xfrm>
            <a:off x="722375" y="2842553"/>
            <a:ext cx="4215002" cy="1323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Clone the item to another item to prevent the monitor to edit on it</a:t>
            </a:r>
          </a:p>
          <a:p>
            <a:pPr marL="0" indent="0">
              <a:buNone/>
            </a:pPr>
            <a:endParaRPr lang="en-US" sz="13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400">
                <a:solidFill>
                  <a:srgbClr val="10243A"/>
                </a:solidFill>
              </a:rPr>
              <a:t>Condition on sending: “output detection”</a:t>
            </a:r>
          </a:p>
          <a:p>
            <a:r>
              <a:rPr lang="en-US" sz="1400">
                <a:solidFill>
                  <a:srgbClr val="10243A"/>
                </a:solidFill>
              </a:rPr>
              <a:t>!</a:t>
            </a:r>
            <a:r>
              <a:rPr lang="en-US" sz="1400" err="1">
                <a:solidFill>
                  <a:srgbClr val="10243A"/>
                </a:solidFill>
              </a:rPr>
              <a:t>i</a:t>
            </a:r>
            <a:r>
              <a:rPr lang="en-US" sz="1400">
                <a:solidFill>
                  <a:srgbClr val="10243A"/>
                </a:solidFill>
              </a:rPr>
              <a:t>(</a:t>
            </a:r>
            <a:r>
              <a:rPr lang="en-US" sz="1400" err="1">
                <a:solidFill>
                  <a:srgbClr val="10243A"/>
                </a:solidFill>
              </a:rPr>
              <a:t>tem.is_in_progress</a:t>
            </a:r>
            <a:r>
              <a:rPr lang="en-US" sz="1400">
                <a:solidFill>
                  <a:srgbClr val="10243A"/>
                </a:solidFill>
              </a:rPr>
              <a:t>)  &amp;&amp; HTRANS != IDLE</a:t>
            </a:r>
          </a:p>
          <a:p>
            <a:pPr marL="0" indent="0">
              <a:buNone/>
            </a:pPr>
            <a:endParaRPr lang="en-US" sz="13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976F8675-908F-811A-9ECF-205B81123E0D}"/>
              </a:ext>
            </a:extLst>
          </p:cNvPr>
          <p:cNvSpPr/>
          <p:nvPr/>
        </p:nvSpPr>
        <p:spPr>
          <a:xfrm>
            <a:off x="5484495" y="1743075"/>
            <a:ext cx="4379595" cy="3714750"/>
          </a:xfrm>
          <a:prstGeom prst="roundRect">
            <a:avLst>
              <a:gd name="adj" fmla="val 3297"/>
            </a:avLst>
          </a:prstGeom>
          <a:solidFill>
            <a:schemeClr val="accent2">
              <a:lumMod val="60000"/>
              <a:lumOff val="40000"/>
            </a:schemeClr>
          </a:solidFill>
          <a:ln w="8890">
            <a:solidFill>
              <a:srgbClr val="35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DF2C570-D1CE-00E2-C28F-F8737F78C662}"/>
              </a:ext>
            </a:extLst>
          </p:cNvPr>
          <p:cNvSpPr/>
          <p:nvPr/>
        </p:nvSpPr>
        <p:spPr>
          <a:xfrm>
            <a:off x="5566791" y="1897234"/>
            <a:ext cx="4107758" cy="444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chemeClr val="bg2">
                    <a:lumMod val="90000"/>
                  </a:schemeClr>
                </a:solidFill>
              </a:rPr>
              <a:t>APB Filter</a:t>
            </a:r>
            <a:endParaRPr lang="en-US" sz="170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8DEC285-2C44-B0FC-8D6E-75DE68D30A4F}"/>
              </a:ext>
            </a:extLst>
          </p:cNvPr>
          <p:cNvSpPr/>
          <p:nvPr/>
        </p:nvSpPr>
        <p:spPr>
          <a:xfrm>
            <a:off x="5566791" y="2842553"/>
            <a:ext cx="4215002" cy="132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Neue Haas Grotesk Text Pro"/>
                <a:ea typeface="+mn-ea"/>
                <a:cs typeface="+mn-cs"/>
              </a:rPr>
              <a:t>Clone the item to another item to prevent the monitor to edit on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 w="0"/>
              <a:solidFill>
                <a:srgbClr val="000000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0243A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Condition on sending: “output detection”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10243A"/>
                </a:solidFill>
                <a:latin typeface="Neue Haas Grotesk Text Pro"/>
              </a:rPr>
              <a:t>Item.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10243A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is_in_progress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0243A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4D0757D8-F954-B36B-64FE-9B83789243F6}"/>
              </a:ext>
            </a:extLst>
          </p:cNvPr>
          <p:cNvSpPr/>
          <p:nvPr/>
        </p:nvSpPr>
        <p:spPr>
          <a:xfrm>
            <a:off x="2553651" y="956579"/>
            <a:ext cx="543496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3453386130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8FCD5CA-CFD5-4598-9A91-F0FCE2484016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rot="5400000">
            <a:off x="4733925" y="4171950"/>
            <a:ext cx="438150" cy="1905000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82AF9AF-7564-4957-84E4-567CE7A0CE44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rot="16200000" flipH="1">
            <a:off x="2924175" y="4267200"/>
            <a:ext cx="438150" cy="1714500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853439-5F3A-440F-BDEF-BBF70F420C6B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5905500" y="3667125"/>
            <a:ext cx="0" cy="38100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0087E9-8ECA-45DB-9C3A-3054E2478F48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2286000" y="3667125"/>
            <a:ext cx="0" cy="38100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771208-0112-4A70-A79B-56623C933820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5905500" y="2647950"/>
            <a:ext cx="0" cy="352425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D753AD-D963-48AF-ADA9-7CA72F353489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2286000" y="2647950"/>
            <a:ext cx="0" cy="352425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7A98957-ECE6-4ED8-82F5-44ACFA03233A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4095750" y="1838325"/>
            <a:ext cx="1809750" cy="3524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08B30A5-1C42-4D5E-ACEC-259E3D0206F5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2286000" y="1838325"/>
            <a:ext cx="1809750" cy="3524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088DC77-835F-4263-9AA8-450EB61D0C2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243A"/>
                </a:solidFill>
              </a:defRPr>
            </a:defPPr>
          </a:lstStyle>
          <a:p>
            <a:pPr>
              <a:defRPr sz="3150" b="1">
                <a:solidFill>
                  <a:srgbClr val="10243A"/>
                </a:solidFill>
              </a:defRPr>
            </a:pPr>
            <a:r>
              <a:rPr lang="en-US" sz="3150" b="1">
                <a:solidFill>
                  <a:srgbClr val="10243A"/>
                </a:solidFill>
              </a:rPr>
              <a:t>Comparator | Parallel comparing &amp; Reporting</a:t>
            </a:r>
            <a:endParaRPr sz="3150" b="1">
              <a:solidFill>
                <a:srgbClr val="10243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700D00-AF0E-4190-B9D1-745B4B678388}"/>
              </a:ext>
            </a:extLst>
          </p:cNvPr>
          <p:cNvSpPr>
            <a:spLocks noGrp="1"/>
          </p:cNvSpPr>
          <p:nvPr/>
        </p:nvSpPr>
        <p:spPr>
          <a:xfrm>
            <a:off x="2190750" y="1381125"/>
            <a:ext cx="3810000" cy="4572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fork: start both branches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5D2CE-6008-46F7-A8BD-A99934402B50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238500" cy="457200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APB branch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4CB96C-9CD9-4BDC-8E5F-8094E477DC82}"/>
              </a:ext>
            </a:extLst>
          </p:cNvPr>
          <p:cNvSpPr>
            <a:spLocks noGrp="1"/>
          </p:cNvSpPr>
          <p:nvPr/>
        </p:nvSpPr>
        <p:spPr>
          <a:xfrm>
            <a:off x="4286250" y="2190750"/>
            <a:ext cx="3238500" cy="457200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AHB branch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E2E5F0-6BA8-4181-A33A-B7356BC6E52E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3238500" cy="6667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(expected APB)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(actual APB)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2148B7-51AC-47F5-AEEC-FDFE3828BCF0}"/>
              </a:ext>
            </a:extLst>
          </p:cNvPr>
          <p:cNvSpPr>
            <a:spLocks noGrp="1"/>
          </p:cNvSpPr>
          <p:nvPr/>
        </p:nvSpPr>
        <p:spPr>
          <a:xfrm>
            <a:off x="4286250" y="3000375"/>
            <a:ext cx="3238500" cy="6667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(expected AHB)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(actual AHB)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39EA6-DB7B-463D-BE57-D37F666A0362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3238500" cy="8572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Compare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Pass ||| Fail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APB match |</a:t>
            </a:r>
            <a:r>
              <a:rPr lang="en-US" sz="1725">
                <a:solidFill>
                  <a:srgbClr val="FFFFFF"/>
                </a:solidFill>
              </a:rPr>
              <a:t>||</a:t>
            </a:r>
            <a:r>
              <a:rPr lang="en-US" sz="1725" b="1">
                <a:solidFill>
                  <a:srgbClr val="FFFFFF"/>
                </a:solidFill>
              </a:rPr>
              <a:t> APB error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8BE8E-16DE-4E57-87DF-C1750D5B4EC5}"/>
              </a:ext>
            </a:extLst>
          </p:cNvPr>
          <p:cNvSpPr>
            <a:spLocks noGrp="1"/>
          </p:cNvSpPr>
          <p:nvPr/>
        </p:nvSpPr>
        <p:spPr>
          <a:xfrm>
            <a:off x="4286250" y="4048125"/>
            <a:ext cx="3238500" cy="8572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Compare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Pass ||| Fail</a:t>
            </a:r>
            <a:endParaRPr sz="1725" b="1">
              <a:solidFill>
                <a:srgbClr val="FFFFFF"/>
              </a:solidFill>
            </a:endParaRP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AHB match </a:t>
            </a:r>
            <a:r>
              <a:rPr lang="en-US" sz="1725" b="1">
                <a:solidFill>
                  <a:srgbClr val="FFFFFF"/>
                </a:solidFill>
              </a:rPr>
              <a:t>||| AHB </a:t>
            </a:r>
            <a:r>
              <a:rPr sz="1725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E1C4F0-D413-4BFE-88C7-4A68567860AA}"/>
              </a:ext>
            </a:extLst>
          </p:cNvPr>
          <p:cNvSpPr>
            <a:spLocks noGrp="1"/>
          </p:cNvSpPr>
          <p:nvPr/>
        </p:nvSpPr>
        <p:spPr>
          <a:xfrm>
            <a:off x="2095500" y="5343525"/>
            <a:ext cx="3810000" cy="4572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join: wait for both branches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9B4807-38B9-4606-B659-2176BC2821B6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0243A"/>
                </a:solidFill>
              </a:defRPr>
            </a:defPPr>
          </a:lstStyle>
          <a:p>
            <a:pPr>
              <a:defRPr sz="2175" b="1">
                <a:solidFill>
                  <a:srgbClr val="10243A"/>
                </a:solidFill>
              </a:defRPr>
            </a:pPr>
            <a:r>
              <a:rPr sz="2175" b="1">
                <a:solidFill>
                  <a:srgbClr val="10243A"/>
                </a:solidFill>
              </a:rPr>
              <a:t>End-of-test report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BC471F-4761-4938-AC0F-B70AE2AC7F77}"/>
              </a:ext>
            </a:extLst>
          </p:cNvPr>
          <p:cNvSpPr>
            <a:spLocks noGrp="1"/>
          </p:cNvSpPr>
          <p:nvPr/>
        </p:nvSpPr>
        <p:spPr>
          <a:xfrm>
            <a:off x="8096250" y="2238375"/>
            <a:ext cx="3333750" cy="1952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0243A"/>
                </a:solidFill>
              </a:defRPr>
            </a:defPPr>
          </a:lstStyle>
          <a:p>
            <a:pPr>
              <a:defRPr sz="1800" b="0">
                <a:solidFill>
                  <a:srgbClr val="10243A"/>
                </a:solidFill>
              </a:defRPr>
            </a:pPr>
            <a:r>
              <a:rPr sz="1800" b="0">
                <a:solidFill>
                  <a:srgbClr val="10243A"/>
                </a:solidFill>
              </a:rPr>
              <a:t>AHB matched / mismatched</a:t>
            </a:r>
          </a:p>
          <a:p>
            <a:endParaRPr sz="1800" b="0">
              <a:solidFill>
                <a:srgbClr val="10243A"/>
              </a:solidFill>
            </a:endParaRPr>
          </a:p>
          <a:p>
            <a:pPr>
              <a:defRPr sz="1800" b="0">
                <a:solidFill>
                  <a:srgbClr val="10243A"/>
                </a:solidFill>
              </a:defRPr>
            </a:pPr>
            <a:r>
              <a:rPr sz="1800" b="0">
                <a:solidFill>
                  <a:srgbClr val="10243A"/>
                </a:solidFill>
              </a:rPr>
              <a:t>APB matched / mismatched</a:t>
            </a:r>
          </a:p>
          <a:p>
            <a:endParaRPr sz="1800" b="0">
              <a:solidFill>
                <a:srgbClr val="10243A"/>
              </a:solidFill>
            </a:endParaRPr>
          </a:p>
          <a:p>
            <a:pPr>
              <a:defRPr sz="1800" b="0">
                <a:solidFill>
                  <a:srgbClr val="10243A"/>
                </a:solidFill>
              </a:defRPr>
            </a:pPr>
            <a:r>
              <a:rPr sz="1800" b="0">
                <a:solidFill>
                  <a:srgbClr val="10243A"/>
                </a:solidFill>
              </a:rPr>
              <a:t>Total checks, matches and errors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952A0D-54AE-42ED-A8FC-3620DFCF31D4}"/>
              </a:ext>
            </a:extLst>
          </p:cNvPr>
          <p:cNvSpPr>
            <a:spLocks noGrp="1"/>
          </p:cNvSpPr>
          <p:nvPr/>
        </p:nvSpPr>
        <p:spPr>
          <a:xfrm>
            <a:off x="8096250" y="4381500"/>
            <a:ext cx="333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07F87"/>
                </a:solidFill>
              </a:defRPr>
            </a:defPPr>
          </a:lstStyle>
          <a:p>
            <a:pPr>
              <a:defRPr sz="1875" b="1">
                <a:solidFill>
                  <a:srgbClr val="007F87"/>
                </a:solidFill>
              </a:defRPr>
            </a:pPr>
            <a:r>
              <a:rPr sz="1875" b="1">
                <a:solidFill>
                  <a:srgbClr val="007F87"/>
                </a:solidFill>
              </a:rPr>
              <a:t>PASS: total errors == 0</a:t>
            </a:r>
          </a:p>
          <a:p>
            <a:pPr>
              <a:defRPr sz="1875" b="1">
                <a:solidFill>
                  <a:srgbClr val="007F87"/>
                </a:solidFill>
              </a:defRPr>
            </a:pPr>
            <a:r>
              <a:rPr sz="1875" b="1">
                <a:solidFill>
                  <a:srgbClr val="007F87"/>
                </a:solidFill>
              </a:rPr>
              <a:t>FAIL: total errors &gt;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14E4D9-8C02-459A-8F22-F9E5CFC98487}"/>
              </a:ext>
            </a:extLst>
          </p:cNvPr>
          <p:cNvSpPr>
            <a:spLocks noGrp="1"/>
          </p:cNvSpPr>
          <p:nvPr/>
        </p:nvSpPr>
        <p:spPr>
          <a:xfrm>
            <a:off x="8096250" y="5381625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0243A"/>
                </a:solidFill>
              </a:defRPr>
            </a:defPPr>
          </a:lstStyle>
          <a:p>
            <a:pPr>
              <a:defRPr sz="1725" b="0">
                <a:solidFill>
                  <a:srgbClr val="10243A"/>
                </a:solidFill>
              </a:defRPr>
            </a:pPr>
            <a:r>
              <a:rPr sz="1725" b="0">
                <a:solidFill>
                  <a:srgbClr val="10243A"/>
                </a:solidFill>
              </a:rPr>
              <a:t>Mismatch log prints expected</a:t>
            </a:r>
          </a:p>
          <a:p>
            <a:pPr>
              <a:defRPr sz="1725" b="0">
                <a:solidFill>
                  <a:srgbClr val="10243A"/>
                </a:solidFill>
              </a:defRPr>
            </a:pPr>
            <a:r>
              <a:rPr sz="1725" b="0">
                <a:solidFill>
                  <a:srgbClr val="10243A"/>
                </a:solidFill>
              </a:rPr>
              <a:t>and actual output values.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82AF9AF-7564-4957-84E4-567CE7A0CE44}"/>
              </a:ext>
            </a:extLst>
          </p:cNvPr>
          <p:cNvCxnSpPr>
            <a:cxnSpLocks/>
            <a:stCxn id="16" idx="2"/>
            <a:endCxn id="3" idx="0"/>
          </p:cNvCxnSpPr>
          <p:nvPr/>
        </p:nvCxnSpPr>
        <p:spPr>
          <a:xfrm rot="5400000" flipH="1" flipV="1">
            <a:off x="1838325" y="3543300"/>
            <a:ext cx="4419600" cy="95250"/>
          </a:xfrm>
          <a:prstGeom prst="bentConnector5">
            <a:avLst>
              <a:gd name="adj1" fmla="val -5172"/>
              <a:gd name="adj2" fmla="val -3843226"/>
              <a:gd name="adj3" fmla="val 105172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8C8AFEF-79D9-F4D6-DF11-1E45B1F9E019}"/>
              </a:ext>
            </a:extLst>
          </p:cNvPr>
          <p:cNvSpPr txBox="1"/>
          <p:nvPr/>
        </p:nvSpPr>
        <p:spPr>
          <a:xfrm>
            <a:off x="566738" y="5659993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1382834328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D472-678E-17CF-84AB-F1172616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1">
            <a:extLst>
              <a:ext uri="{FF2B5EF4-FFF2-40B4-BE49-F238E27FC236}">
                <a16:creationId xmlns:a16="http://schemas.microsoft.com/office/drawing/2014/main" id="{FAD68143-7D22-A2B9-A809-CE862DD098BA}"/>
              </a:ext>
            </a:extLst>
          </p:cNvPr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ysClr val="windowText" lastClr="000000"/>
                </a:solidFill>
              </a:rPr>
              <a:t>Example: write transaction walkthrough</a:t>
            </a:r>
            <a:endParaRPr lang="en-US" sz="2900">
              <a:solidFill>
                <a:sysClr val="windowText" lastClr="000000"/>
              </a:solidFill>
            </a:endParaRP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559630A4-505E-A7AD-5144-2E9F3634989E}"/>
              </a:ext>
            </a:extLst>
          </p:cNvPr>
          <p:cNvSpPr/>
          <p:nvPr/>
        </p:nvSpPr>
        <p:spPr>
          <a:xfrm>
            <a:off x="685800" y="1371600"/>
            <a:ext cx="438912" cy="438912"/>
          </a:xfrm>
          <a:prstGeom prst="ellipse">
            <a:avLst/>
          </a:prstGeom>
          <a:solidFill>
            <a:srgbClr val="37C6ED"/>
          </a:solidFill>
          <a:ln w="12700">
            <a:solidFill>
              <a:srgbClr val="37C6ED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440482BF-0916-792A-00CB-B1D044BD91A3}"/>
              </a:ext>
            </a:extLst>
          </p:cNvPr>
          <p:cNvSpPr/>
          <p:nvPr/>
        </p:nvSpPr>
        <p:spPr>
          <a:xfrm>
            <a:off x="1371600" y="1353312"/>
            <a:ext cx="9875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ysClr val="windowText" lastClr="000000"/>
                </a:solidFill>
              </a:rPr>
              <a:t>AHB monitor publishes request-phase item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56320C28-A10C-5455-8D5A-63208F610430}"/>
              </a:ext>
            </a:extLst>
          </p:cNvPr>
          <p:cNvSpPr/>
          <p:nvPr/>
        </p:nvSpPr>
        <p:spPr>
          <a:xfrm>
            <a:off x="685800" y="2050161"/>
            <a:ext cx="438912" cy="438912"/>
          </a:xfrm>
          <a:prstGeom prst="ellipse">
            <a:avLst/>
          </a:prstGeom>
          <a:solidFill>
            <a:srgbClr val="37C6ED"/>
          </a:solidFill>
          <a:ln w="12700">
            <a:solidFill>
              <a:srgbClr val="37C6ED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87DC0FC5-54A7-9A83-4C9F-77476D6E311D}"/>
              </a:ext>
            </a:extLst>
          </p:cNvPr>
          <p:cNvSpPr/>
          <p:nvPr/>
        </p:nvSpPr>
        <p:spPr>
          <a:xfrm>
            <a:off x="813816" y="21416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solidFill>
                <a:sysClr val="windowText" lastClr="000000"/>
              </a:solidFill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97408663-1F0B-FD97-C7E2-D6A5E37BEB68}"/>
              </a:ext>
            </a:extLst>
          </p:cNvPr>
          <p:cNvSpPr/>
          <p:nvPr/>
        </p:nvSpPr>
        <p:spPr>
          <a:xfrm>
            <a:off x="1371600" y="2031873"/>
            <a:ext cx="9875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ysClr val="windowText" lastClr="000000"/>
                </a:solidFill>
              </a:rPr>
              <a:t>APB predictor calculates PSEL / PADDR / PWRITE / PWDATA / PSTRB</a:t>
            </a:r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F9DFAEE1-5C97-050B-C03A-B2C3DB1E5525}"/>
              </a:ext>
            </a:extLst>
          </p:cNvPr>
          <p:cNvSpPr/>
          <p:nvPr/>
        </p:nvSpPr>
        <p:spPr>
          <a:xfrm>
            <a:off x="685800" y="2757297"/>
            <a:ext cx="438912" cy="438912"/>
          </a:xfrm>
          <a:prstGeom prst="ellipse">
            <a:avLst/>
          </a:prstGeom>
          <a:solidFill>
            <a:srgbClr val="37C6ED"/>
          </a:solidFill>
          <a:ln w="12700">
            <a:solidFill>
              <a:srgbClr val="37C6ED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8CB0D12F-7623-6498-C694-6F83FF46ADA2}"/>
              </a:ext>
            </a:extLst>
          </p:cNvPr>
          <p:cNvSpPr/>
          <p:nvPr/>
        </p:nvSpPr>
        <p:spPr>
          <a:xfrm>
            <a:off x="1371600" y="2739009"/>
            <a:ext cx="9875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ysClr val="windowText" lastClr="000000"/>
                </a:solidFill>
              </a:rPr>
              <a:t>APB monitor publishes output-phase item</a:t>
            </a:r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857677AF-C4BC-E43A-5F42-E7C8F5BABA3A}"/>
              </a:ext>
            </a:extLst>
          </p:cNvPr>
          <p:cNvSpPr/>
          <p:nvPr/>
        </p:nvSpPr>
        <p:spPr>
          <a:xfrm>
            <a:off x="685800" y="3445383"/>
            <a:ext cx="438912" cy="438912"/>
          </a:xfrm>
          <a:prstGeom prst="ellipse">
            <a:avLst/>
          </a:prstGeom>
          <a:solidFill>
            <a:srgbClr val="37C6ED"/>
          </a:solidFill>
          <a:ln w="12700">
            <a:solidFill>
              <a:srgbClr val="37C6ED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0AC14012-C524-6825-3EE8-61559FDC4F23}"/>
              </a:ext>
            </a:extLst>
          </p:cNvPr>
          <p:cNvSpPr/>
          <p:nvPr/>
        </p:nvSpPr>
        <p:spPr>
          <a:xfrm>
            <a:off x="1371600" y="3427095"/>
            <a:ext cx="9875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ysClr val="windowText" lastClr="000000"/>
                </a:solidFill>
              </a:rPr>
              <a:t>APB filter forwards actual output; comparator matches FIFO pair</a:t>
            </a:r>
          </a:p>
        </p:txBody>
      </p:sp>
      <p:sp>
        <p:nvSpPr>
          <p:cNvPr id="71" name="Shape 4">
            <a:extLst>
              <a:ext uri="{FF2B5EF4-FFF2-40B4-BE49-F238E27FC236}">
                <a16:creationId xmlns:a16="http://schemas.microsoft.com/office/drawing/2014/main" id="{610CEB77-D462-96CE-407C-51F901E7C385}"/>
              </a:ext>
            </a:extLst>
          </p:cNvPr>
          <p:cNvSpPr/>
          <p:nvPr/>
        </p:nvSpPr>
        <p:spPr>
          <a:xfrm>
            <a:off x="685800" y="4095750"/>
            <a:ext cx="438912" cy="438912"/>
          </a:xfrm>
          <a:prstGeom prst="ellipse">
            <a:avLst/>
          </a:prstGeom>
          <a:solidFill>
            <a:srgbClr val="37C6ED"/>
          </a:solidFill>
          <a:ln w="12700">
            <a:solidFill>
              <a:srgbClr val="37C6ED"/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229C1496-C022-23D4-A7F7-25682BD15909}"/>
              </a:ext>
            </a:extLst>
          </p:cNvPr>
          <p:cNvSpPr/>
          <p:nvPr/>
        </p:nvSpPr>
        <p:spPr>
          <a:xfrm>
            <a:off x="1371600" y="4077462"/>
            <a:ext cx="9875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ysClr val="windowText" lastClr="000000"/>
                </a:solidFill>
              </a:rPr>
              <a:t>APB monitor publishes response-phase item</a:t>
            </a:r>
          </a:p>
        </p:txBody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E2DFD484-A729-CD1A-5A7D-30A40A04B42A}"/>
              </a:ext>
            </a:extLst>
          </p:cNvPr>
          <p:cNvSpPr/>
          <p:nvPr/>
        </p:nvSpPr>
        <p:spPr>
          <a:xfrm>
            <a:off x="685800" y="4793361"/>
            <a:ext cx="438912" cy="438912"/>
          </a:xfrm>
          <a:prstGeom prst="ellipse">
            <a:avLst/>
          </a:prstGeom>
          <a:solidFill>
            <a:srgbClr val="37C6ED"/>
          </a:solidFill>
          <a:ln w="12700">
            <a:solidFill>
              <a:srgbClr val="37C6ED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E59E3D0E-55C6-CA5F-28BD-7647F83575F4}"/>
              </a:ext>
            </a:extLst>
          </p:cNvPr>
          <p:cNvSpPr/>
          <p:nvPr/>
        </p:nvSpPr>
        <p:spPr>
          <a:xfrm>
            <a:off x="813816" y="48848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solidFill>
                <a:sysClr val="windowText" lastClr="000000"/>
              </a:solidFill>
            </a:endParaRPr>
          </a:p>
        </p:txBody>
      </p:sp>
      <p:sp>
        <p:nvSpPr>
          <p:cNvPr id="79" name="Text 9">
            <a:extLst>
              <a:ext uri="{FF2B5EF4-FFF2-40B4-BE49-F238E27FC236}">
                <a16:creationId xmlns:a16="http://schemas.microsoft.com/office/drawing/2014/main" id="{577275C2-75D9-475F-CB47-92EBB1FA5389}"/>
              </a:ext>
            </a:extLst>
          </p:cNvPr>
          <p:cNvSpPr/>
          <p:nvPr/>
        </p:nvSpPr>
        <p:spPr>
          <a:xfrm>
            <a:off x="1371600" y="4775073"/>
            <a:ext cx="9875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ysClr val="windowText" lastClr="000000"/>
                </a:solidFill>
              </a:rPr>
              <a:t>AHB predictor calculates HRDATA / HREADYOUT / HRESP</a:t>
            </a:r>
          </a:p>
        </p:txBody>
      </p:sp>
      <p:sp>
        <p:nvSpPr>
          <p:cNvPr id="81" name="Shape 10">
            <a:extLst>
              <a:ext uri="{FF2B5EF4-FFF2-40B4-BE49-F238E27FC236}">
                <a16:creationId xmlns:a16="http://schemas.microsoft.com/office/drawing/2014/main" id="{088CB17D-E817-0D56-221E-A044C6917ED2}"/>
              </a:ext>
            </a:extLst>
          </p:cNvPr>
          <p:cNvSpPr/>
          <p:nvPr/>
        </p:nvSpPr>
        <p:spPr>
          <a:xfrm>
            <a:off x="685800" y="5519547"/>
            <a:ext cx="438912" cy="438912"/>
          </a:xfrm>
          <a:prstGeom prst="ellipse">
            <a:avLst/>
          </a:prstGeom>
          <a:solidFill>
            <a:srgbClr val="37C6ED"/>
          </a:solidFill>
          <a:ln w="12700">
            <a:solidFill>
              <a:srgbClr val="37C6ED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E57F3330-24CF-60D0-7453-C53BD2B9C19E}"/>
              </a:ext>
            </a:extLst>
          </p:cNvPr>
          <p:cNvSpPr/>
          <p:nvPr/>
        </p:nvSpPr>
        <p:spPr>
          <a:xfrm>
            <a:off x="1371600" y="5501259"/>
            <a:ext cx="9875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>
                <a:solidFill>
                  <a:sysClr val="windowText" lastClr="000000"/>
                </a:solidFill>
              </a:rPr>
              <a:t>AHB filter forwards actual output; comparator matches FIFO pair</a:t>
            </a:r>
          </a:p>
        </p:txBody>
      </p:sp>
    </p:spTree>
    <p:extLst>
      <p:ext uri="{BB962C8B-B14F-4D97-AF65-F5344CB8AC3E}">
        <p14:creationId xmlns:p14="http://schemas.microsoft.com/office/powerpoint/2010/main" val="4030139929"/>
      </p:ext>
    </p:extLst>
  </p:cSld>
  <p:clrMapOvr>
    <a:masterClrMapping/>
  </p:clrMapOvr>
  <p:transition spd="slow">
    <p:cov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4E878-A905-4F8E-944B-02751E5BE750}"/>
              </a:ext>
            </a:extLst>
          </p:cNvPr>
          <p:cNvCxnSpPr>
            <a:stCxn id="6" idx="3"/>
            <a:endCxn id="14" idx="1"/>
          </p:cNvCxnSpPr>
          <p:nvPr/>
        </p:nvCxnSpPr>
        <p:spPr>
          <a:xfrm>
            <a:off x="4667250" y="5167313"/>
            <a:ext cx="1524000" cy="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F3CAE4-23FF-4FA7-A064-325D46B4991E}"/>
              </a:ext>
            </a:extLst>
          </p:cNvPr>
          <p:cNvCxnSpPr>
            <a:stCxn id="3" idx="3"/>
            <a:endCxn id="12" idx="1"/>
          </p:cNvCxnSpPr>
          <p:nvPr/>
        </p:nvCxnSpPr>
        <p:spPr>
          <a:xfrm>
            <a:off x="4667250" y="1881188"/>
            <a:ext cx="1524000" cy="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28CE51-C80A-4840-8507-168CF6E9904F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4667250" y="2976563"/>
            <a:ext cx="1524000" cy="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2DD579-9CCA-4846-824D-69D7080BE2F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667000" y="4429125"/>
            <a:ext cx="0" cy="38100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587587-F5DD-42E8-933B-61786E82C27B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667000" y="3333750"/>
            <a:ext cx="0" cy="38100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DBE788-C7BF-4E56-8FC5-2CB1265B376D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2667000" y="2238375"/>
            <a:ext cx="0" cy="38100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27E8C0-D3B2-438D-B7D6-61A38A831B1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243A"/>
                </a:solidFill>
              </a:defRPr>
            </a:defPPr>
          </a:lstStyle>
          <a:p>
            <a:pPr>
              <a:defRPr sz="3150" b="1">
                <a:solidFill>
                  <a:srgbClr val="10243A"/>
                </a:solidFill>
              </a:defRPr>
            </a:pPr>
            <a:r>
              <a:rPr sz="3150" b="1">
                <a:solidFill>
                  <a:srgbClr val="10243A"/>
                </a:solidFill>
              </a:rPr>
              <a:t>Reset handler operation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72A6E-4533-4DF0-BB60-1A0D1C1B019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000500" cy="714375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Reset callback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scoreboard.handle_reset()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9CD485-E59D-4DD6-87B3-B8EBCAD88689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4000500" cy="71437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cmp.handle_reset()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active_reset =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99ACD-51A3-4BE3-A75B-324C271A3CA4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4000500" cy="71437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run_phase detects reset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wait(!compare_is_in_porgress)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D91C7-5EFB-4F26-9CFB-AA414CBC468C}"/>
              </a:ext>
            </a:extLst>
          </p:cNvPr>
          <p:cNvSpPr>
            <a:spLocks noGrp="1"/>
          </p:cNvSpPr>
          <p:nvPr/>
        </p:nvSpPr>
        <p:spPr>
          <a:xfrm>
            <a:off x="666750" y="4810125"/>
            <a:ext cx="4000500" cy="71437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join_any / disable fork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Wait for reset release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2F294-B712-4077-8378-8E2149F09F57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4857750" cy="71437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Flush expected FIFOs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AHB and APB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B3516-3A9E-4C23-9562-82D8571C17F9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4857750" cy="71437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Clear APB predictor memory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prd_apb.data_mem =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8EEB-B0BA-499A-89B6-48EFD0FD6C75}"/>
              </a:ext>
            </a:extLst>
          </p:cNvPr>
          <p:cNvSpPr>
            <a:spLocks noGrp="1"/>
          </p:cNvSpPr>
          <p:nvPr/>
        </p:nvSpPr>
        <p:spPr>
          <a:xfrm>
            <a:off x="6191250" y="4810125"/>
            <a:ext cx="4857750" cy="714375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cmp.release_reset(): active_reset = 0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Comparison loop resumes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679D1-2686-4108-BC5D-998E235843A7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07F87"/>
                </a:solidFill>
              </a:defRPr>
            </a:defPPr>
          </a:lstStyle>
          <a:p>
            <a:pPr>
              <a:defRPr sz="1725" b="1">
                <a:solidFill>
                  <a:srgbClr val="007F87"/>
                </a:solidFill>
              </a:defRPr>
            </a:pPr>
            <a:r>
              <a:rPr sz="1725" b="1">
                <a:solidFill>
                  <a:srgbClr val="007F87"/>
                </a:solidFill>
              </a:rPr>
              <a:t>Reset release requires an external caller</a:t>
            </a:r>
            <a:r>
              <a:rPr lang="en-US" sz="1725" b="1">
                <a:solidFill>
                  <a:srgbClr val="007F87"/>
                </a:solidFill>
              </a:rPr>
              <a:t> “env”</a:t>
            </a:r>
            <a:r>
              <a:rPr sz="1725" b="1">
                <a:solidFill>
                  <a:srgbClr val="007F87"/>
                </a:solidFill>
              </a:rPr>
              <a:t>.</a:t>
            </a:r>
            <a:endParaRPr lang="en-US" sz="1725" b="1">
              <a:solidFill>
                <a:srgbClr val="007F87"/>
              </a:solidFill>
            </a:endParaRPr>
          </a:p>
          <a:p>
            <a:pPr>
              <a:defRPr sz="1725" b="1">
                <a:solidFill>
                  <a:srgbClr val="007F87"/>
                </a:solidFill>
              </a:defRPr>
            </a:pPr>
            <a:r>
              <a:rPr lang="en-US" sz="1725" b="1">
                <a:solidFill>
                  <a:srgbClr val="007F87"/>
                </a:solidFill>
              </a:rPr>
              <a:t>Needed to handle are the comparator as monitor will stop sending</a:t>
            </a:r>
            <a:endParaRPr sz="1725" b="1">
              <a:solidFill>
                <a:srgbClr val="007F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04048"/>
      </p:ext>
    </p:extLst>
  </p:cSld>
  <p:clrMapOvr>
    <a:masterClrMapping/>
  </p:clrMapOvr>
  <p:transition spd="slow">
    <p:cover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AD1D-E415-C220-7436-D3CED8F4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775B4C6-0B9B-0087-DEFA-4F1F38D358C3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rot="5400000">
            <a:off x="9801043" y="4181095"/>
            <a:ext cx="676278" cy="1648583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988E462-DE6D-027F-BA38-36595BD66DDB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rot="16200000" flipH="1">
            <a:off x="8458019" y="4486653"/>
            <a:ext cx="676275" cy="1037467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C6B22B-2F17-8531-0CA6-DD17CE9C1A0F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10963473" y="3857625"/>
            <a:ext cx="0" cy="380999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A416D5-8CE2-2035-9E7F-E099E9D01E84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8277423" y="3857625"/>
            <a:ext cx="4285" cy="38100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230053-2244-42BB-F7F1-82701B6A7D13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10963473" y="2838450"/>
            <a:ext cx="0" cy="352425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65B2F4-1A3B-E7A2-0A4D-E625B3109D2B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8277423" y="2838450"/>
            <a:ext cx="4285" cy="352425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560E612-0BCE-A8B4-41DE-A64DBDF9387B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16200000" flipH="1">
            <a:off x="10001069" y="1418845"/>
            <a:ext cx="371475" cy="1553333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0C49C0E-748C-6051-1F88-0748A4D2249C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8658045" y="1629154"/>
            <a:ext cx="371475" cy="1132717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7EB943A-7E28-D9A3-1591-238CA25E16A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243A"/>
                </a:solidFill>
              </a:defRPr>
            </a:defPPr>
          </a:lstStyle>
          <a:p>
            <a:pPr>
              <a:defRPr sz="3150" b="1">
                <a:solidFill>
                  <a:srgbClr val="10243A"/>
                </a:solidFill>
              </a:defRPr>
            </a:pPr>
            <a:r>
              <a:rPr lang="en-US" sz="3150" b="1">
                <a:solidFill>
                  <a:srgbClr val="10243A"/>
                </a:solidFill>
              </a:rPr>
              <a:t>Reset handler operation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370334-7CB0-0652-D37B-7BB60160404F}"/>
              </a:ext>
            </a:extLst>
          </p:cNvPr>
          <p:cNvSpPr>
            <a:spLocks noGrp="1"/>
          </p:cNvSpPr>
          <p:nvPr/>
        </p:nvSpPr>
        <p:spPr>
          <a:xfrm>
            <a:off x="8143875" y="1552575"/>
            <a:ext cx="2532529" cy="4572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5E8A0-456D-1D7D-0575-7B4D562C7B59}"/>
              </a:ext>
            </a:extLst>
          </p:cNvPr>
          <p:cNvSpPr>
            <a:spLocks noGrp="1"/>
          </p:cNvSpPr>
          <p:nvPr/>
        </p:nvSpPr>
        <p:spPr>
          <a:xfrm>
            <a:off x="7153671" y="2381250"/>
            <a:ext cx="2247504" cy="457200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APB branch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F46DEF-0EE9-A787-9176-7E1EDDD54374}"/>
              </a:ext>
            </a:extLst>
          </p:cNvPr>
          <p:cNvSpPr>
            <a:spLocks noGrp="1"/>
          </p:cNvSpPr>
          <p:nvPr/>
        </p:nvSpPr>
        <p:spPr>
          <a:xfrm>
            <a:off x="9839721" y="2381250"/>
            <a:ext cx="2247504" cy="457200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AHB branch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DCC6D2-573D-9B03-D166-22F6A3023F58}"/>
              </a:ext>
            </a:extLst>
          </p:cNvPr>
          <p:cNvSpPr>
            <a:spLocks noGrp="1"/>
          </p:cNvSpPr>
          <p:nvPr/>
        </p:nvSpPr>
        <p:spPr>
          <a:xfrm>
            <a:off x="7153276" y="3190875"/>
            <a:ext cx="2256864" cy="6667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(expected APB)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(actual APB)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32D715-7EAB-D871-879F-CF8A968E3E3E}"/>
              </a:ext>
            </a:extLst>
          </p:cNvPr>
          <p:cNvSpPr>
            <a:spLocks noGrp="1"/>
          </p:cNvSpPr>
          <p:nvPr/>
        </p:nvSpPr>
        <p:spPr>
          <a:xfrm>
            <a:off x="9839721" y="3190875"/>
            <a:ext cx="2247504" cy="6667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(expected AHB)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(actual AHB)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0D1779-49FF-1ECE-E0F9-3E298F1165C5}"/>
              </a:ext>
            </a:extLst>
          </p:cNvPr>
          <p:cNvSpPr>
            <a:spLocks noGrp="1"/>
          </p:cNvSpPr>
          <p:nvPr/>
        </p:nvSpPr>
        <p:spPr>
          <a:xfrm>
            <a:off x="7153671" y="4238625"/>
            <a:ext cx="2247504" cy="42862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285725-BEDF-A4C5-391F-0ECBDD2725F3}"/>
              </a:ext>
            </a:extLst>
          </p:cNvPr>
          <p:cNvSpPr>
            <a:spLocks noGrp="1"/>
          </p:cNvSpPr>
          <p:nvPr/>
        </p:nvSpPr>
        <p:spPr>
          <a:xfrm>
            <a:off x="9839721" y="4238624"/>
            <a:ext cx="2247504" cy="428623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Compare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44E6A7-83B0-10B2-7BC1-30D18A7A412F}"/>
              </a:ext>
            </a:extLst>
          </p:cNvPr>
          <p:cNvSpPr>
            <a:spLocks noGrp="1"/>
          </p:cNvSpPr>
          <p:nvPr/>
        </p:nvSpPr>
        <p:spPr>
          <a:xfrm>
            <a:off x="8048625" y="5343525"/>
            <a:ext cx="2532529" cy="4572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FA6F21-7E29-F66D-C2A3-AE4679A27A0A}"/>
              </a:ext>
            </a:extLst>
          </p:cNvPr>
          <p:cNvSpPr>
            <a:spLocks noGrp="1"/>
          </p:cNvSpPr>
          <p:nvPr/>
        </p:nvSpPr>
        <p:spPr>
          <a:xfrm>
            <a:off x="7020486" y="819150"/>
            <a:ext cx="2532529" cy="4572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Func: </a:t>
            </a:r>
            <a:r>
              <a:rPr lang="en-US" sz="1725" b="1" err="1">
                <a:solidFill>
                  <a:srgbClr val="FFFFFF"/>
                </a:solidFill>
              </a:rPr>
              <a:t>Check_Items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76A13E6-67B3-9EAF-C74C-1B2513669AEA}"/>
              </a:ext>
            </a:extLst>
          </p:cNvPr>
          <p:cNvCxnSpPr>
            <a:cxnSpLocks/>
            <a:stCxn id="37" idx="2"/>
            <a:endCxn id="3" idx="0"/>
          </p:cNvCxnSpPr>
          <p:nvPr/>
        </p:nvCxnSpPr>
        <p:spPr>
          <a:xfrm rot="16200000" flipH="1">
            <a:off x="8710333" y="852767"/>
            <a:ext cx="276225" cy="11233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439FD3C-259E-FD00-80D7-803F84D24E81}"/>
              </a:ext>
            </a:extLst>
          </p:cNvPr>
          <p:cNvSpPr>
            <a:spLocks noGrp="1"/>
          </p:cNvSpPr>
          <p:nvPr/>
        </p:nvSpPr>
        <p:spPr>
          <a:xfrm>
            <a:off x="7153276" y="6076950"/>
            <a:ext cx="2532529" cy="4572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 err="1">
                <a:solidFill>
                  <a:srgbClr val="FFFFFF"/>
                </a:solidFill>
              </a:rPr>
              <a:t>endfunctions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9033570-8665-58EA-6487-D7B27781D004}"/>
              </a:ext>
            </a:extLst>
          </p:cNvPr>
          <p:cNvCxnSpPr>
            <a:cxnSpLocks/>
            <a:stCxn id="16" idx="2"/>
            <a:endCxn id="42" idx="0"/>
          </p:cNvCxnSpPr>
          <p:nvPr/>
        </p:nvCxnSpPr>
        <p:spPr>
          <a:xfrm rot="5400000">
            <a:off x="8729104" y="5491163"/>
            <a:ext cx="276225" cy="8953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A4EB5A4-3EF2-6C51-3C82-BDBFCEB86574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 rot="5400000">
            <a:off x="3882214" y="4468016"/>
            <a:ext cx="490537" cy="1460505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298F6D-EEB6-FD45-D023-D9DDCA7BE846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4857734" y="3681410"/>
            <a:ext cx="1" cy="595314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F9E1D46F-47A0-7BB5-63CE-444FA5489A93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16200000" flipH="1">
            <a:off x="3736471" y="1893398"/>
            <a:ext cx="385762" cy="1856766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3CE15264-CF98-A0D7-4419-CDFF881A6CC8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rot="5400000">
            <a:off x="2231678" y="2231083"/>
            <a:ext cx="371475" cy="1167109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2EA7BBE-A8FE-A190-A43B-0793E1B9CDC4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3000969" y="2033586"/>
            <a:ext cx="0" cy="214314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01306FDB-2BAA-ECA9-10A1-147A3CF2A17E}"/>
              </a:ext>
            </a:extLst>
          </p:cNvPr>
          <p:cNvSpPr>
            <a:spLocks noGrp="1"/>
          </p:cNvSpPr>
          <p:nvPr/>
        </p:nvSpPr>
        <p:spPr>
          <a:xfrm>
            <a:off x="1856304" y="1638300"/>
            <a:ext cx="2289330" cy="395286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wait(!</a:t>
            </a:r>
            <a:r>
              <a:rPr sz="1725" b="1" err="1">
                <a:solidFill>
                  <a:srgbClr val="FFFFFF"/>
                </a:solidFill>
              </a:rPr>
              <a:t>active_reset</a:t>
            </a:r>
            <a:r>
              <a:rPr sz="1725" b="1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6F0340-A2D7-7CA6-0FA8-B5D0CDE7BDD3}"/>
              </a:ext>
            </a:extLst>
          </p:cNvPr>
          <p:cNvSpPr>
            <a:spLocks noGrp="1"/>
          </p:cNvSpPr>
          <p:nvPr/>
        </p:nvSpPr>
        <p:spPr>
          <a:xfrm>
            <a:off x="2574525" y="2247900"/>
            <a:ext cx="852888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285AC02-FA27-001F-47C0-71EF1EF879F4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2334219" cy="42862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Comparison branch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2F5E5D3-4B32-D195-4F91-C105613D1F90}"/>
              </a:ext>
            </a:extLst>
          </p:cNvPr>
          <p:cNvSpPr>
            <a:spLocks noGrp="1"/>
          </p:cNvSpPr>
          <p:nvPr/>
        </p:nvSpPr>
        <p:spPr>
          <a:xfrm>
            <a:off x="3690625" y="3014662"/>
            <a:ext cx="2334219" cy="666748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 dirty="0">
                <a:solidFill>
                  <a:srgbClr val="FFFFFF"/>
                </a:solidFill>
              </a:rPr>
              <a:t>Reset-watcher branch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A071BA3-5734-B581-6E58-55F41AEBB1B8}"/>
              </a:ext>
            </a:extLst>
          </p:cNvPr>
          <p:cNvSpPr>
            <a:spLocks noGrp="1"/>
          </p:cNvSpPr>
          <p:nvPr/>
        </p:nvSpPr>
        <p:spPr>
          <a:xfrm>
            <a:off x="3132575" y="4276724"/>
            <a:ext cx="3450318" cy="676276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 dirty="0">
                <a:solidFill>
                  <a:srgbClr val="FFFFFF"/>
                </a:solidFill>
              </a:rPr>
              <a:t>Wait(</a:t>
            </a:r>
            <a:r>
              <a:rPr lang="en-US" sz="1725" b="1" dirty="0" err="1">
                <a:solidFill>
                  <a:srgbClr val="FFFFFF"/>
                </a:solidFill>
              </a:rPr>
              <a:t>reset_active</a:t>
            </a:r>
            <a:r>
              <a:rPr lang="en-US" sz="1725" b="1" dirty="0">
                <a:solidFill>
                  <a:srgbClr val="FFFFFF"/>
                </a:solidFill>
              </a:rPr>
              <a:t>)</a:t>
            </a: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 dirty="0">
                <a:solidFill>
                  <a:srgbClr val="FFFFFF"/>
                </a:solidFill>
              </a:rPr>
              <a:t>Wait(!</a:t>
            </a:r>
            <a:r>
              <a:rPr lang="en-US" sz="1725" b="1" dirty="0" err="1">
                <a:solidFill>
                  <a:srgbClr val="FFFFFF"/>
                </a:solidFill>
              </a:rPr>
              <a:t>compare_in_progress</a:t>
            </a:r>
            <a:r>
              <a:rPr lang="en-US" sz="1725" b="1" dirty="0">
                <a:solidFill>
                  <a:srgbClr val="FFFFFF"/>
                </a:solidFill>
              </a:rPr>
              <a:t>)</a:t>
            </a:r>
            <a:endParaRPr sz="1725" b="1" dirty="0">
              <a:solidFill>
                <a:srgbClr val="FFFFFF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C8ACE42-DEED-D3BE-C30F-55E9952239BF}"/>
              </a:ext>
            </a:extLst>
          </p:cNvPr>
          <p:cNvSpPr>
            <a:spLocks noGrp="1"/>
          </p:cNvSpPr>
          <p:nvPr/>
        </p:nvSpPr>
        <p:spPr>
          <a:xfrm>
            <a:off x="1936724" y="5443537"/>
            <a:ext cx="2921010" cy="714375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 err="1">
                <a:solidFill>
                  <a:srgbClr val="FFFFFF"/>
                </a:solidFill>
              </a:rPr>
              <a:t>join_any</a:t>
            </a:r>
            <a:r>
              <a:rPr sz="1725" b="1">
                <a:solidFill>
                  <a:srgbClr val="FFFFFF"/>
                </a:solidFill>
              </a:rPr>
              <a:t>:</a:t>
            </a:r>
            <a:r>
              <a:rPr lang="en-US" sz="1725" b="1">
                <a:solidFill>
                  <a:srgbClr val="FFFFFF"/>
                </a:solidFill>
              </a:rPr>
              <a:t> always the reset watcher finishes first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CD7C3C2-F5EF-7263-7DBE-16A3E383D1FA}"/>
              </a:ext>
            </a:extLst>
          </p:cNvPr>
          <p:cNvSpPr>
            <a:spLocks noGrp="1"/>
          </p:cNvSpPr>
          <p:nvPr/>
        </p:nvSpPr>
        <p:spPr>
          <a:xfrm>
            <a:off x="1012798" y="4214812"/>
            <a:ext cx="1657351" cy="42862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 err="1">
                <a:solidFill>
                  <a:srgbClr val="FFFFFF"/>
                </a:solidFill>
              </a:rPr>
              <a:t>Check_items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B110988-1A45-1AB9-7FCA-EB6250140F78}"/>
              </a:ext>
            </a:extLst>
          </p:cNvPr>
          <p:cNvCxnSpPr>
            <a:cxnSpLocks/>
            <a:stCxn id="69" idx="2"/>
            <a:endCxn id="115" idx="1"/>
          </p:cNvCxnSpPr>
          <p:nvPr/>
        </p:nvCxnSpPr>
        <p:spPr>
          <a:xfrm rot="5400000" flipH="1">
            <a:off x="462995" y="3223679"/>
            <a:ext cx="4883943" cy="984524"/>
          </a:xfrm>
          <a:prstGeom prst="bentConnector4">
            <a:avLst>
              <a:gd name="adj1" fmla="val -4681"/>
              <a:gd name="adj2" fmla="val 30024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84D18B0-32FB-15B1-6C54-85A25BDF07BE}"/>
              </a:ext>
            </a:extLst>
          </p:cNvPr>
          <p:cNvSpPr>
            <a:spLocks noGrp="1"/>
          </p:cNvSpPr>
          <p:nvPr/>
        </p:nvSpPr>
        <p:spPr>
          <a:xfrm>
            <a:off x="1252635" y="3643312"/>
            <a:ext cx="1167108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Forever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DF38197E-3D78-B63F-35C6-8CA73FEBAA45}"/>
              </a:ext>
            </a:extLst>
          </p:cNvPr>
          <p:cNvCxnSpPr>
            <a:cxnSpLocks/>
            <a:stCxn id="97" idx="2"/>
            <a:endCxn id="104" idx="1"/>
          </p:cNvCxnSpPr>
          <p:nvPr/>
        </p:nvCxnSpPr>
        <p:spPr>
          <a:xfrm rot="5400000" flipH="1">
            <a:off x="1142242" y="3944206"/>
            <a:ext cx="809625" cy="588839"/>
          </a:xfrm>
          <a:prstGeom prst="bentConnector4">
            <a:avLst>
              <a:gd name="adj1" fmla="val -28235"/>
              <a:gd name="adj2" fmla="val 179553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C11A42BC-3041-B7DB-53D0-629DABECF0A1}"/>
              </a:ext>
            </a:extLst>
          </p:cNvPr>
          <p:cNvCxnSpPr>
            <a:cxnSpLocks/>
            <a:stCxn id="65" idx="2"/>
            <a:endCxn id="104" idx="0"/>
          </p:cNvCxnSpPr>
          <p:nvPr/>
        </p:nvCxnSpPr>
        <p:spPr>
          <a:xfrm rot="16200000" flipH="1">
            <a:off x="1727868" y="3534991"/>
            <a:ext cx="214312" cy="2329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BB501FEE-681A-DD43-3567-BE125A9F03A2}"/>
              </a:ext>
            </a:extLst>
          </p:cNvPr>
          <p:cNvCxnSpPr>
            <a:cxnSpLocks/>
            <a:stCxn id="104" idx="2"/>
            <a:endCxn id="97" idx="0"/>
          </p:cNvCxnSpPr>
          <p:nvPr/>
        </p:nvCxnSpPr>
        <p:spPr>
          <a:xfrm rot="16200000" flipH="1">
            <a:off x="1743581" y="4116919"/>
            <a:ext cx="190500" cy="5285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A9C0336-95DD-5C29-DE38-E05BB4B30763}"/>
              </a:ext>
            </a:extLst>
          </p:cNvPr>
          <p:cNvSpPr>
            <a:spLocks noGrp="1"/>
          </p:cNvSpPr>
          <p:nvPr/>
        </p:nvSpPr>
        <p:spPr>
          <a:xfrm>
            <a:off x="2412705" y="1083469"/>
            <a:ext cx="1167108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Forever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4C52037-DE07-77FB-F084-8F5ED0B66C24}"/>
              </a:ext>
            </a:extLst>
          </p:cNvPr>
          <p:cNvCxnSpPr>
            <a:cxnSpLocks/>
            <a:stCxn id="115" idx="2"/>
            <a:endCxn id="63" idx="0"/>
          </p:cNvCxnSpPr>
          <p:nvPr/>
        </p:nvCxnSpPr>
        <p:spPr>
          <a:xfrm>
            <a:off x="2996259" y="1464469"/>
            <a:ext cx="4710" cy="173831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4024131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9" grpId="0" animBg="1"/>
      <p:bldP spid="12" grpId="0" animBg="1"/>
      <p:bldP spid="13" grpId="0" animBg="1"/>
      <p:bldP spid="16" grpId="0" animBg="1"/>
      <p:bldP spid="37" grpId="0" animBg="1"/>
      <p:bldP spid="42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97" grpId="0" animBg="1"/>
      <p:bldP spid="104" grpId="0" animBg="1"/>
      <p:bldP spid="1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E01B-096E-6F8E-E297-D872E294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06E42B2-DB5B-8CCD-5951-F08DE20E7D65}"/>
              </a:ext>
            </a:extLst>
          </p:cNvPr>
          <p:cNvCxnSpPr>
            <a:cxnSpLocks/>
            <a:stCxn id="46" idx="2"/>
            <a:endCxn id="16" idx="0"/>
          </p:cNvCxnSpPr>
          <p:nvPr/>
        </p:nvCxnSpPr>
        <p:spPr>
          <a:xfrm rot="5400000">
            <a:off x="10025323" y="4468786"/>
            <a:ext cx="230982" cy="1651847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4F1C16C-59AE-0448-8D3F-064058703A86}"/>
              </a:ext>
            </a:extLst>
          </p:cNvPr>
          <p:cNvCxnSpPr>
            <a:cxnSpLocks/>
            <a:stCxn id="40" idx="2"/>
            <a:endCxn id="16" idx="0"/>
          </p:cNvCxnSpPr>
          <p:nvPr/>
        </p:nvCxnSpPr>
        <p:spPr>
          <a:xfrm rot="16200000" flipH="1">
            <a:off x="8691001" y="4786311"/>
            <a:ext cx="219078" cy="1028700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8FFC75-1613-310B-347B-2C683A0FDAAD}"/>
              </a:ext>
            </a:extLst>
          </p:cNvPr>
          <p:cNvCxnSpPr>
            <a:cxnSpLocks/>
            <a:stCxn id="9" idx="2"/>
            <a:endCxn id="33" idx="0"/>
          </p:cNvCxnSpPr>
          <p:nvPr/>
        </p:nvCxnSpPr>
        <p:spPr>
          <a:xfrm>
            <a:off x="10963473" y="3505200"/>
            <a:ext cx="4705" cy="171449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6AE643-F1A9-C26D-EDC9-C28EE0A3EF1E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8281708" y="3552825"/>
            <a:ext cx="4960" cy="161924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8EBDB6-362A-4500-8113-EADA2B2255C3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10963473" y="2752725"/>
            <a:ext cx="0" cy="85725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B33C9-7940-0D97-9B64-D6D8E0C16D90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8277423" y="2752725"/>
            <a:ext cx="4285" cy="13335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16E7AC8-5FF7-64FF-C356-B9EFFE6B863B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16200000" flipH="1">
            <a:off x="10043931" y="1375983"/>
            <a:ext cx="285750" cy="1553333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8912779-8F5F-A172-DD90-E975F07F531D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8700907" y="1586292"/>
            <a:ext cx="285750" cy="1132717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DEA06-D56B-1498-802A-0055AB0E36D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243A"/>
                </a:solidFill>
              </a:defRPr>
            </a:defPPr>
          </a:lstStyle>
          <a:p>
            <a:pPr>
              <a:defRPr sz="3150" b="1">
                <a:solidFill>
                  <a:srgbClr val="10243A"/>
                </a:solidFill>
              </a:defRPr>
            </a:pPr>
            <a:r>
              <a:rPr lang="en-US" sz="3150" b="1">
                <a:solidFill>
                  <a:srgbClr val="10243A"/>
                </a:solidFill>
              </a:rPr>
              <a:t>Reset handler operation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303422-ECFC-49FC-42D0-CF1E7781CE66}"/>
              </a:ext>
            </a:extLst>
          </p:cNvPr>
          <p:cNvSpPr>
            <a:spLocks noGrp="1"/>
          </p:cNvSpPr>
          <p:nvPr/>
        </p:nvSpPr>
        <p:spPr>
          <a:xfrm>
            <a:off x="8143875" y="1552575"/>
            <a:ext cx="2532529" cy="4572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98185-399F-F1AE-4CA5-3FF02E24DB9C}"/>
              </a:ext>
            </a:extLst>
          </p:cNvPr>
          <p:cNvSpPr>
            <a:spLocks noGrp="1"/>
          </p:cNvSpPr>
          <p:nvPr/>
        </p:nvSpPr>
        <p:spPr>
          <a:xfrm>
            <a:off x="7153671" y="2295525"/>
            <a:ext cx="2247504" cy="457200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APB branch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59BA4-1D5F-DA97-D606-BF4E4D71BAF1}"/>
              </a:ext>
            </a:extLst>
          </p:cNvPr>
          <p:cNvSpPr>
            <a:spLocks noGrp="1"/>
          </p:cNvSpPr>
          <p:nvPr/>
        </p:nvSpPr>
        <p:spPr>
          <a:xfrm>
            <a:off x="9839721" y="2295525"/>
            <a:ext cx="2247504" cy="457200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AHB branch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6150A0-5380-A26A-BB2C-6134C713D2E9}"/>
              </a:ext>
            </a:extLst>
          </p:cNvPr>
          <p:cNvSpPr>
            <a:spLocks noGrp="1"/>
          </p:cNvSpPr>
          <p:nvPr/>
        </p:nvSpPr>
        <p:spPr>
          <a:xfrm>
            <a:off x="7153276" y="2886075"/>
            <a:ext cx="2256864" cy="6667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(expected APB)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(actual APB)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43776-4E87-68D3-94D3-424006C32942}"/>
              </a:ext>
            </a:extLst>
          </p:cNvPr>
          <p:cNvSpPr>
            <a:spLocks noGrp="1"/>
          </p:cNvSpPr>
          <p:nvPr/>
        </p:nvSpPr>
        <p:spPr>
          <a:xfrm>
            <a:off x="9839721" y="2838450"/>
            <a:ext cx="2247504" cy="66675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(expected AHB)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get</a:t>
            </a:r>
            <a:r>
              <a:rPr sz="1725" b="1">
                <a:solidFill>
                  <a:srgbClr val="FFFFFF"/>
                </a:solidFill>
              </a:rPr>
              <a:t>(actual AHB)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31C67F-A226-125C-091C-F67030DC114D}"/>
              </a:ext>
            </a:extLst>
          </p:cNvPr>
          <p:cNvSpPr>
            <a:spLocks noGrp="1"/>
          </p:cNvSpPr>
          <p:nvPr/>
        </p:nvSpPr>
        <p:spPr>
          <a:xfrm>
            <a:off x="7162635" y="4248150"/>
            <a:ext cx="2247504" cy="42862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097BF-20D8-2754-235C-1C280567D76B}"/>
              </a:ext>
            </a:extLst>
          </p:cNvPr>
          <p:cNvSpPr>
            <a:spLocks noGrp="1"/>
          </p:cNvSpPr>
          <p:nvPr/>
        </p:nvSpPr>
        <p:spPr>
          <a:xfrm>
            <a:off x="9849246" y="4210049"/>
            <a:ext cx="2247504" cy="428623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Compare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00BCA-A7D8-678E-756C-3784CF02AA6E}"/>
              </a:ext>
            </a:extLst>
          </p:cNvPr>
          <p:cNvSpPr>
            <a:spLocks noGrp="1"/>
          </p:cNvSpPr>
          <p:nvPr/>
        </p:nvSpPr>
        <p:spPr>
          <a:xfrm>
            <a:off x="8048625" y="5410200"/>
            <a:ext cx="2532529" cy="457200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FB1A16-9660-7F4B-91E5-F7616B1D42DA}"/>
              </a:ext>
            </a:extLst>
          </p:cNvPr>
          <p:cNvSpPr>
            <a:spLocks noGrp="1"/>
          </p:cNvSpPr>
          <p:nvPr/>
        </p:nvSpPr>
        <p:spPr>
          <a:xfrm>
            <a:off x="7020486" y="819150"/>
            <a:ext cx="2532529" cy="4572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Func: </a:t>
            </a:r>
            <a:r>
              <a:rPr lang="en-US" sz="1725" b="1" err="1">
                <a:solidFill>
                  <a:srgbClr val="FFFFFF"/>
                </a:solidFill>
              </a:rPr>
              <a:t>Check_Items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43042DF-9F00-4F73-F306-B791C7818D65}"/>
              </a:ext>
            </a:extLst>
          </p:cNvPr>
          <p:cNvCxnSpPr>
            <a:cxnSpLocks/>
            <a:stCxn id="37" idx="2"/>
            <a:endCxn id="3" idx="0"/>
          </p:cNvCxnSpPr>
          <p:nvPr/>
        </p:nvCxnSpPr>
        <p:spPr>
          <a:xfrm rot="16200000" flipH="1">
            <a:off x="8710333" y="852767"/>
            <a:ext cx="276225" cy="11233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4B68E28-1A03-071D-A859-091312804327}"/>
              </a:ext>
            </a:extLst>
          </p:cNvPr>
          <p:cNvSpPr>
            <a:spLocks noGrp="1"/>
          </p:cNvSpPr>
          <p:nvPr/>
        </p:nvSpPr>
        <p:spPr>
          <a:xfrm>
            <a:off x="7153276" y="6076950"/>
            <a:ext cx="2532529" cy="4572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 err="1">
                <a:solidFill>
                  <a:srgbClr val="FFFFFF"/>
                </a:solidFill>
              </a:rPr>
              <a:t>endfunctions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5491204-5456-CD5A-2279-B269BFCA5C68}"/>
              </a:ext>
            </a:extLst>
          </p:cNvPr>
          <p:cNvCxnSpPr>
            <a:cxnSpLocks/>
            <a:stCxn id="16" idx="2"/>
            <a:endCxn id="42" idx="0"/>
          </p:cNvCxnSpPr>
          <p:nvPr/>
        </p:nvCxnSpPr>
        <p:spPr>
          <a:xfrm rot="5400000">
            <a:off x="8762441" y="5524501"/>
            <a:ext cx="209550" cy="8953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sm" len="sm"/>
          </a:ln>
        </p:spPr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0FF9A27-6553-BEBA-4F7C-3E9108CD4238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 rot="5400000">
            <a:off x="3882214" y="4468016"/>
            <a:ext cx="490537" cy="1460505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578ABCB-BC03-A41F-27CD-D737D6CF938A}"/>
              </a:ext>
            </a:extLst>
          </p:cNvPr>
          <p:cNvCxnSpPr>
            <a:cxnSpLocks/>
            <a:stCxn id="22" idx="2"/>
            <a:endCxn id="68" idx="0"/>
          </p:cNvCxnSpPr>
          <p:nvPr/>
        </p:nvCxnSpPr>
        <p:spPr>
          <a:xfrm flipH="1">
            <a:off x="4857734" y="3681410"/>
            <a:ext cx="1" cy="595314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439F7D3-7C3A-0BE3-E64E-A4C368FAD7DC}"/>
              </a:ext>
            </a:extLst>
          </p:cNvPr>
          <p:cNvCxnSpPr>
            <a:cxnSpLocks/>
            <a:stCxn id="64" idx="2"/>
          </p:cNvCxnSpPr>
          <p:nvPr/>
        </p:nvCxnSpPr>
        <p:spPr>
          <a:xfrm rot="16200000" flipH="1">
            <a:off x="3736471" y="1893398"/>
            <a:ext cx="385762" cy="1856766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34A75755-1FE9-EFEC-2226-7A775BB9AE7A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rot="5400000">
            <a:off x="2231678" y="2231083"/>
            <a:ext cx="371475" cy="1167109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0C17F69-7888-8C4B-D156-1E2D32776A53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3000969" y="2033586"/>
            <a:ext cx="0" cy="214314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2069321C-9E55-43F6-372E-9AF01381F55C}"/>
              </a:ext>
            </a:extLst>
          </p:cNvPr>
          <p:cNvSpPr>
            <a:spLocks noGrp="1"/>
          </p:cNvSpPr>
          <p:nvPr/>
        </p:nvSpPr>
        <p:spPr>
          <a:xfrm>
            <a:off x="1856304" y="1638300"/>
            <a:ext cx="2289330" cy="395286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wait(!</a:t>
            </a:r>
            <a:r>
              <a:rPr sz="1725" b="1" err="1">
                <a:solidFill>
                  <a:srgbClr val="FFFFFF"/>
                </a:solidFill>
              </a:rPr>
              <a:t>active_reset</a:t>
            </a:r>
            <a:r>
              <a:rPr sz="1725" b="1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1266A73-FC33-50D8-1984-8D86B5BC63D0}"/>
              </a:ext>
            </a:extLst>
          </p:cNvPr>
          <p:cNvSpPr>
            <a:spLocks noGrp="1"/>
          </p:cNvSpPr>
          <p:nvPr/>
        </p:nvSpPr>
        <p:spPr>
          <a:xfrm>
            <a:off x="2574525" y="2247900"/>
            <a:ext cx="852888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6E78D6-6679-B801-9A84-E192AB30C32F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2334219" cy="42862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Comparison branch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3AAFEEB-D654-A597-AAB9-CFBCE8D4FAF4}"/>
              </a:ext>
            </a:extLst>
          </p:cNvPr>
          <p:cNvSpPr>
            <a:spLocks noGrp="1"/>
          </p:cNvSpPr>
          <p:nvPr/>
        </p:nvSpPr>
        <p:spPr>
          <a:xfrm>
            <a:off x="3132575" y="4276724"/>
            <a:ext cx="3450318" cy="676276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725" b="1" dirty="0">
                <a:solidFill>
                  <a:srgbClr val="FFFFFF"/>
                </a:solidFill>
              </a:rPr>
              <a:t>W</a:t>
            </a:r>
            <a:r>
              <a:rPr sz="1725" b="1" dirty="0">
                <a:solidFill>
                  <a:srgbClr val="FFFFFF"/>
                </a:solidFill>
              </a:rPr>
              <a:t>ait</a:t>
            </a:r>
            <a:r>
              <a:rPr lang="en-US" sz="1725" b="1" dirty="0">
                <a:solidFill>
                  <a:srgbClr val="FFFFFF"/>
                </a:solidFill>
              </a:rPr>
              <a:t>(</a:t>
            </a:r>
            <a:r>
              <a:rPr lang="en-US" sz="1725" b="1" dirty="0" err="1">
                <a:solidFill>
                  <a:srgbClr val="FFFFFF"/>
                </a:solidFill>
              </a:rPr>
              <a:t>reset_active</a:t>
            </a:r>
            <a:r>
              <a:rPr sz="1725" b="1" dirty="0">
                <a:solidFill>
                  <a:srgbClr val="FFFFFF"/>
                </a:solidFill>
              </a:rPr>
              <a:t>)</a:t>
            </a:r>
            <a:endParaRPr lang="en-US" sz="1725" b="1" dirty="0">
              <a:solidFill>
                <a:srgbClr val="FFFFFF"/>
              </a:solidFill>
            </a:endParaRPr>
          </a:p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 dirty="0">
                <a:solidFill>
                  <a:srgbClr val="FFFFFF"/>
                </a:solidFill>
              </a:rPr>
              <a:t>Wait(!</a:t>
            </a:r>
            <a:r>
              <a:rPr lang="en-US" sz="1725" b="1" dirty="0" err="1">
                <a:solidFill>
                  <a:srgbClr val="FFFFFF"/>
                </a:solidFill>
              </a:rPr>
              <a:t>compare_in_progress</a:t>
            </a:r>
            <a:r>
              <a:rPr lang="en-US" sz="1725" b="1" dirty="0">
                <a:solidFill>
                  <a:srgbClr val="FFFFFF"/>
                </a:solidFill>
              </a:rPr>
              <a:t>)</a:t>
            </a:r>
            <a:endParaRPr sz="1725" b="1" dirty="0">
              <a:solidFill>
                <a:srgbClr val="FFFFFF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012C046-0D58-9AFE-EE39-B8CC372AEB2F}"/>
              </a:ext>
            </a:extLst>
          </p:cNvPr>
          <p:cNvSpPr>
            <a:spLocks noGrp="1"/>
          </p:cNvSpPr>
          <p:nvPr/>
        </p:nvSpPr>
        <p:spPr>
          <a:xfrm>
            <a:off x="1936724" y="5443537"/>
            <a:ext cx="2921010" cy="714375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 err="1">
                <a:solidFill>
                  <a:srgbClr val="FFFFFF"/>
                </a:solidFill>
              </a:rPr>
              <a:t>join_any</a:t>
            </a:r>
            <a:r>
              <a:rPr sz="1725" b="1">
                <a:solidFill>
                  <a:srgbClr val="FFFFFF"/>
                </a:solidFill>
              </a:rPr>
              <a:t>:</a:t>
            </a:r>
            <a:r>
              <a:rPr lang="en-US" sz="1725" b="1">
                <a:solidFill>
                  <a:srgbClr val="FFFFFF"/>
                </a:solidFill>
              </a:rPr>
              <a:t> always the reset watcher finishes first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DA2240-A0CB-50B3-E740-179DE31D16DF}"/>
              </a:ext>
            </a:extLst>
          </p:cNvPr>
          <p:cNvSpPr>
            <a:spLocks noGrp="1"/>
          </p:cNvSpPr>
          <p:nvPr/>
        </p:nvSpPr>
        <p:spPr>
          <a:xfrm>
            <a:off x="1012798" y="4214812"/>
            <a:ext cx="1657351" cy="428625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 err="1">
                <a:solidFill>
                  <a:srgbClr val="FFFFFF"/>
                </a:solidFill>
              </a:rPr>
              <a:t>Check_items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D359BD2-2503-6C55-996D-E49CEBC756BF}"/>
              </a:ext>
            </a:extLst>
          </p:cNvPr>
          <p:cNvCxnSpPr>
            <a:cxnSpLocks/>
            <a:stCxn id="69" idx="2"/>
            <a:endCxn id="115" idx="1"/>
          </p:cNvCxnSpPr>
          <p:nvPr/>
        </p:nvCxnSpPr>
        <p:spPr>
          <a:xfrm rot="5400000" flipH="1">
            <a:off x="462995" y="3223679"/>
            <a:ext cx="4883943" cy="984524"/>
          </a:xfrm>
          <a:prstGeom prst="bentConnector4">
            <a:avLst>
              <a:gd name="adj1" fmla="val -4681"/>
              <a:gd name="adj2" fmla="val 30024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BB91508-D45C-DC43-01A4-108C2A82EC98}"/>
              </a:ext>
            </a:extLst>
          </p:cNvPr>
          <p:cNvSpPr>
            <a:spLocks noGrp="1"/>
          </p:cNvSpPr>
          <p:nvPr/>
        </p:nvSpPr>
        <p:spPr>
          <a:xfrm>
            <a:off x="1252635" y="3643312"/>
            <a:ext cx="1167108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Forever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EED12FD2-E3FB-A4AA-30EA-D8DD513A1602}"/>
              </a:ext>
            </a:extLst>
          </p:cNvPr>
          <p:cNvCxnSpPr>
            <a:cxnSpLocks/>
            <a:stCxn id="97" idx="2"/>
            <a:endCxn id="104" idx="1"/>
          </p:cNvCxnSpPr>
          <p:nvPr/>
        </p:nvCxnSpPr>
        <p:spPr>
          <a:xfrm rot="5400000" flipH="1">
            <a:off x="1142242" y="3944206"/>
            <a:ext cx="809625" cy="588839"/>
          </a:xfrm>
          <a:prstGeom prst="bentConnector4">
            <a:avLst>
              <a:gd name="adj1" fmla="val -28235"/>
              <a:gd name="adj2" fmla="val 179553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FA571E99-AF6F-9B74-943C-BF88BBBF746C}"/>
              </a:ext>
            </a:extLst>
          </p:cNvPr>
          <p:cNvCxnSpPr>
            <a:cxnSpLocks/>
            <a:stCxn id="65" idx="2"/>
            <a:endCxn id="104" idx="0"/>
          </p:cNvCxnSpPr>
          <p:nvPr/>
        </p:nvCxnSpPr>
        <p:spPr>
          <a:xfrm rot="16200000" flipH="1">
            <a:off x="1727868" y="3534991"/>
            <a:ext cx="214312" cy="2329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2C57C3DA-2D1D-4074-9E4F-F6EA0A162EC0}"/>
              </a:ext>
            </a:extLst>
          </p:cNvPr>
          <p:cNvCxnSpPr>
            <a:cxnSpLocks/>
            <a:stCxn id="104" idx="2"/>
            <a:endCxn id="97" idx="0"/>
          </p:cNvCxnSpPr>
          <p:nvPr/>
        </p:nvCxnSpPr>
        <p:spPr>
          <a:xfrm rot="16200000" flipH="1">
            <a:off x="1743581" y="4116919"/>
            <a:ext cx="190500" cy="5285"/>
          </a:xfrm>
          <a:prstGeom prst="bentConnector3">
            <a:avLst>
              <a:gd name="adj1" fmla="val 50000"/>
            </a:avLst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ACB2410-4B86-60C5-3B63-67F736FA4C9A}"/>
              </a:ext>
            </a:extLst>
          </p:cNvPr>
          <p:cNvSpPr>
            <a:spLocks noGrp="1"/>
          </p:cNvSpPr>
          <p:nvPr/>
        </p:nvSpPr>
        <p:spPr>
          <a:xfrm>
            <a:off x="2412705" y="1083469"/>
            <a:ext cx="1167108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>
              <a:defRPr sz="1725" b="1">
                <a:solidFill>
                  <a:srgbClr val="FFFFFF"/>
                </a:solidFill>
              </a:defRPr>
            </a:pPr>
            <a:r>
              <a:rPr lang="en-US" sz="1725" b="1">
                <a:solidFill>
                  <a:srgbClr val="FFFFFF"/>
                </a:solidFill>
              </a:rPr>
              <a:t>Forever</a:t>
            </a:r>
            <a:endParaRPr sz="1725" b="1">
              <a:solidFill>
                <a:srgbClr val="FFFFFF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E4F7B58-3EEA-33F4-A84A-974B177F3A10}"/>
              </a:ext>
            </a:extLst>
          </p:cNvPr>
          <p:cNvCxnSpPr>
            <a:cxnSpLocks/>
            <a:stCxn id="115" idx="2"/>
            <a:endCxn id="63" idx="0"/>
          </p:cNvCxnSpPr>
          <p:nvPr/>
        </p:nvCxnSpPr>
        <p:spPr>
          <a:xfrm>
            <a:off x="2996259" y="1464469"/>
            <a:ext cx="4710" cy="173831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A6C2BAB-C118-7565-D316-13EFE2A8212D}"/>
              </a:ext>
            </a:extLst>
          </p:cNvPr>
          <p:cNvSpPr>
            <a:spLocks noGrp="1"/>
          </p:cNvSpPr>
          <p:nvPr/>
        </p:nvSpPr>
        <p:spPr>
          <a:xfrm>
            <a:off x="7095960" y="3714749"/>
            <a:ext cx="2381415" cy="371476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500" b="1" err="1">
                <a:solidFill>
                  <a:srgbClr val="FFFFFF"/>
                </a:solidFill>
              </a:rPr>
              <a:t>compare_in_progress</a:t>
            </a:r>
            <a:r>
              <a:rPr lang="en-US" sz="1500" b="1">
                <a:solidFill>
                  <a:srgbClr val="FFFFFF"/>
                </a:solidFill>
              </a:rPr>
              <a:t>=1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421417-E084-530F-F629-31E57BC27E70}"/>
              </a:ext>
            </a:extLst>
          </p:cNvPr>
          <p:cNvSpPr>
            <a:spLocks noGrp="1"/>
          </p:cNvSpPr>
          <p:nvPr/>
        </p:nvSpPr>
        <p:spPr>
          <a:xfrm>
            <a:off x="9777470" y="3676649"/>
            <a:ext cx="2381415" cy="371476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500" b="1" err="1">
                <a:solidFill>
                  <a:srgbClr val="FFFFFF"/>
                </a:solidFill>
              </a:rPr>
              <a:t>compare_in_progress</a:t>
            </a:r>
            <a:r>
              <a:rPr lang="en-US" sz="1500" b="1">
                <a:solidFill>
                  <a:srgbClr val="FFFFFF"/>
                </a:solidFill>
              </a:rPr>
              <a:t>=1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0BB013-BC0D-86E8-F860-859DD0E1229D}"/>
              </a:ext>
            </a:extLst>
          </p:cNvPr>
          <p:cNvSpPr>
            <a:spLocks noGrp="1"/>
          </p:cNvSpPr>
          <p:nvPr/>
        </p:nvSpPr>
        <p:spPr>
          <a:xfrm>
            <a:off x="7057703" y="4819646"/>
            <a:ext cx="2456973" cy="371476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500" err="1">
                <a:solidFill>
                  <a:srgbClr val="FFFFFF"/>
                </a:solidFill>
              </a:rPr>
              <a:t>compare_in_progress</a:t>
            </a:r>
            <a:r>
              <a:rPr lang="en-US" sz="1500">
                <a:solidFill>
                  <a:srgbClr val="FFFFFF"/>
                </a:solidFill>
              </a:rPr>
              <a:t>=0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99AABA-05FD-D809-BF3E-C373CBA605DF}"/>
              </a:ext>
            </a:extLst>
          </p:cNvPr>
          <p:cNvSpPr>
            <a:spLocks noGrp="1"/>
          </p:cNvSpPr>
          <p:nvPr/>
        </p:nvSpPr>
        <p:spPr>
          <a:xfrm>
            <a:off x="9738250" y="4807742"/>
            <a:ext cx="2456973" cy="371476"/>
          </a:xfrm>
          <a:prstGeom prst="rect">
            <a:avLst/>
          </a:prstGeom>
          <a:solidFill>
            <a:srgbClr val="007F87"/>
          </a:solidFill>
          <a:ln w="9525">
            <a:solidFill>
              <a:srgbClr val="007F87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lang="en-US" sz="1500" err="1">
                <a:solidFill>
                  <a:srgbClr val="FFFFFF"/>
                </a:solidFill>
              </a:rPr>
              <a:t>compare_in_progress</a:t>
            </a:r>
            <a:r>
              <a:rPr lang="en-US" sz="1500">
                <a:solidFill>
                  <a:srgbClr val="FFFFFF"/>
                </a:solidFill>
              </a:rPr>
              <a:t>=0</a:t>
            </a:r>
            <a:endParaRPr sz="1500">
              <a:solidFill>
                <a:srgbClr val="FFFFFF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477E06-AA7C-5029-9916-139400EA8637}"/>
              </a:ext>
            </a:extLst>
          </p:cNvPr>
          <p:cNvCxnSpPr>
            <a:cxnSpLocks/>
            <a:stCxn id="23" idx="2"/>
            <a:endCxn id="12" idx="0"/>
          </p:cNvCxnSpPr>
          <p:nvPr/>
        </p:nvCxnSpPr>
        <p:spPr>
          <a:xfrm flipH="1">
            <a:off x="8286387" y="4086225"/>
            <a:ext cx="281" cy="161925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845897E-AFF1-7259-EDCB-A013EF2CE2E2}"/>
              </a:ext>
            </a:extLst>
          </p:cNvPr>
          <p:cNvCxnSpPr>
            <a:cxnSpLocks/>
            <a:stCxn id="12" idx="2"/>
            <a:endCxn id="40" idx="0"/>
          </p:cNvCxnSpPr>
          <p:nvPr/>
        </p:nvCxnSpPr>
        <p:spPr>
          <a:xfrm flipH="1">
            <a:off x="8286190" y="4676775"/>
            <a:ext cx="197" cy="142871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480107-6C00-5C99-DD31-2001B10C2E3E}"/>
              </a:ext>
            </a:extLst>
          </p:cNvPr>
          <p:cNvCxnSpPr>
            <a:cxnSpLocks/>
            <a:stCxn id="33" idx="2"/>
            <a:endCxn id="13" idx="0"/>
          </p:cNvCxnSpPr>
          <p:nvPr/>
        </p:nvCxnSpPr>
        <p:spPr>
          <a:xfrm>
            <a:off x="10968178" y="4048125"/>
            <a:ext cx="4820" cy="161924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C585EB6-77CC-F3EC-74E5-EE06A4583D0E}"/>
              </a:ext>
            </a:extLst>
          </p:cNvPr>
          <p:cNvCxnSpPr>
            <a:cxnSpLocks/>
            <a:stCxn id="13" idx="2"/>
            <a:endCxn id="46" idx="0"/>
          </p:cNvCxnSpPr>
          <p:nvPr/>
        </p:nvCxnSpPr>
        <p:spPr>
          <a:xfrm flipH="1">
            <a:off x="10966737" y="4638672"/>
            <a:ext cx="6261" cy="169070"/>
          </a:xfrm>
          <a:prstGeom prst="straightConnector1">
            <a:avLst/>
          </a:prstGeom>
          <a:ln w="19050">
            <a:solidFill>
              <a:srgbClr val="007F87"/>
            </a:solidFill>
            <a:tailEnd type="triangle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F4FD931-0019-A016-7ED6-6891A76071AD}"/>
              </a:ext>
            </a:extLst>
          </p:cNvPr>
          <p:cNvSpPr>
            <a:spLocks noGrp="1"/>
          </p:cNvSpPr>
          <p:nvPr/>
        </p:nvSpPr>
        <p:spPr>
          <a:xfrm>
            <a:off x="3690625" y="3014662"/>
            <a:ext cx="2334219" cy="666748"/>
          </a:xfrm>
          <a:prstGeom prst="rect">
            <a:avLst/>
          </a:prstGeom>
          <a:solidFill>
            <a:srgbClr val="10243A"/>
          </a:solidFill>
          <a:ln w="9525">
            <a:solidFill>
              <a:srgbClr val="10243A"/>
            </a:solidFill>
          </a:ln>
        </p:spPr>
        <p:txBody>
          <a:bodyPr/>
          <a:lstStyle>
            <a:defPPr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 dirty="0">
                <a:solidFill>
                  <a:srgbClr val="FFFFFF"/>
                </a:solidFill>
              </a:rPr>
              <a:t>Reset-watcher branch</a:t>
            </a:r>
          </a:p>
        </p:txBody>
      </p:sp>
    </p:spTree>
    <p:extLst>
      <p:ext uri="{BB962C8B-B14F-4D97-AF65-F5344CB8AC3E}">
        <p14:creationId xmlns:p14="http://schemas.microsoft.com/office/powerpoint/2010/main" val="3357575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C1E91-9A9D-763A-A00E-3E6F03AF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815F-EC86-5C6D-D06B-FEB6DA39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Assertions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93F935-149A-8C5D-38F6-EFDE41E0CE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269623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269935"/>
      </p:ext>
    </p:extLst>
  </p:cSld>
  <p:clrMapOvr>
    <a:masterClrMapping/>
  </p:clrMapOvr>
  <p:transition spd="slow">
    <p:cover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127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APB Assertions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127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 dirty="0">
                <a:solidFill>
                  <a:schemeClr val="tx2"/>
                </a:solidFill>
              </a:rPr>
              <a:t>ahb2apb_apb_assertions.sv  +  ahb2apb_apb_assertions_macros.sv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Reset and known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dirty="0" err="1"/>
              <a:t>PRESETn</a:t>
            </a:r>
            <a:r>
              <a:rPr dirty="0"/>
              <a:t> and APBACTIVE known; reset checks PSEL, PENABLE, PADDR, PWRITE, PPROT, PSTRB, PWDATA and APBACTIVE are zero. APB bus signals checked against X/Z.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432304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Setup →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PSEL implies PENABLE low in setup and PENABLE high next cycle; rising PENABLE requires PSEL.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447287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520439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Wait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03903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PENABLE must stay high until PREADY is observed.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4462272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535424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Stable transaction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818888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PADDR, PWDATA, PWRITE, PSTRB and PPROT must stay stable from setup through completion.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477255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550407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Completion and fixed 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33871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Rising PREADY requires PSEL and PENABLE; PPROT[1] must remain stable. Matching cover properties track assertion exercise.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D19C21-A8D8-6FFA-A498-B50B09793A32}"/>
              </a:ext>
            </a:extLst>
          </p:cNvPr>
          <p:cNvSpPr txBox="1"/>
          <p:nvPr/>
        </p:nvSpPr>
        <p:spPr>
          <a:xfrm>
            <a:off x="13844592" y="302525"/>
            <a:ext cx="1127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>
                <a:solidFill>
                  <a:schemeClr val="tx2"/>
                </a:solidFill>
              </a:rPr>
              <a:t>Bridge Assertions | AHB ↔ APB Handshake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193FEF-5938-F03D-4FE0-C7ABA3E707DF}"/>
              </a:ext>
            </a:extLst>
          </p:cNvPr>
          <p:cNvSpPr txBox="1"/>
          <p:nvPr/>
        </p:nvSpPr>
        <p:spPr>
          <a:xfrm>
            <a:off x="13872024" y="887741"/>
            <a:ext cx="1127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>
                <a:solidFill>
                  <a:schemeClr val="tx2"/>
                </a:solidFill>
              </a:rPr>
              <a:t>ahb2apb_assertions.sv  +  ahb2apb_assertions_macros.sv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127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>
                <a:solidFill>
                  <a:schemeClr val="tx2"/>
                </a:solidFill>
              </a:rPr>
              <a:t>Bridge Assertions | AHB ↔ APB Handshake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127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>
                <a:solidFill>
                  <a:schemeClr val="tx2"/>
                </a:solidFill>
              </a:rPr>
              <a:t>ahb2apb_assertions.sv  +  ahb2apb_assertions_macros.sv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dirty="0"/>
              <a:t>Transfer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ahb_start = HSEL &amp;&amp; HTRANS[1] &amp;&amp; HREADY; apb_done = PREADY &amp;&amp; PENABLE &amp;&amp; PSEL.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432304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AHB request → APB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After ahb_start, PSEL must eventually assert; APBACTIVE must eventually assert.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447287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520439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APB completion → AHB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03903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After apb_done, HREADYOUT must eventually assert; APBACTIVE must deassert on the next PCLK.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4462272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535424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Error propagation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818888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PSLVERR must eventually propagate to HRESP.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477255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550407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AHB stall and clock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33871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After ahb_start, HREADYOUT must deassert on next HCLK; HCLK/PCLK checked for unknown values. Corresponding cover checks included.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E90D14-200C-AF14-8C0B-74EBBAE40EBD}"/>
              </a:ext>
            </a:extLst>
          </p:cNvPr>
          <p:cNvSpPr txBox="1"/>
          <p:nvPr/>
        </p:nvSpPr>
        <p:spPr>
          <a:xfrm>
            <a:off x="-11894445" y="322624"/>
            <a:ext cx="1127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APB Assertions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4886DC-197E-4191-E648-56E09C41A652}"/>
              </a:ext>
            </a:extLst>
          </p:cNvPr>
          <p:cNvSpPr txBox="1"/>
          <p:nvPr/>
        </p:nvSpPr>
        <p:spPr>
          <a:xfrm>
            <a:off x="-11867013" y="907840"/>
            <a:ext cx="1127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 dirty="0">
                <a:solidFill>
                  <a:schemeClr val="tx2"/>
                </a:solidFill>
              </a:rPr>
              <a:t>ahb2apb_apb_assertions.sv  +  ahb2apb_apb_assertions_macros.sv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73A51B-DCA4-E271-A294-E35C1DF363DB}"/>
              </a:ext>
            </a:extLst>
          </p:cNvPr>
          <p:cNvSpPr txBox="1"/>
          <p:nvPr/>
        </p:nvSpPr>
        <p:spPr>
          <a:xfrm>
            <a:off x="13998150" y="310896"/>
            <a:ext cx="1127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>
                <a:solidFill>
                  <a:schemeClr val="tx2"/>
                </a:solidFill>
              </a:rPr>
              <a:t>AHB Assertions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27918F-5F53-C0EF-15BA-85A10F5B6053}"/>
              </a:ext>
            </a:extLst>
          </p:cNvPr>
          <p:cNvSpPr txBox="1"/>
          <p:nvPr/>
        </p:nvSpPr>
        <p:spPr>
          <a:xfrm>
            <a:off x="13947858" y="896112"/>
            <a:ext cx="1127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>
                <a:solidFill>
                  <a:schemeClr val="tx2"/>
                </a:solidFill>
              </a:rPr>
              <a:t>ahb2apb_ahb_assertions.sv  +  ahb2apb_ahb_assertions_macros.sv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127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>
                <a:solidFill>
                  <a:schemeClr val="tx2"/>
                </a:solidFill>
              </a:rPr>
              <a:t>AHB Assertions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628" y="896112"/>
            <a:ext cx="1127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>
                <a:solidFill>
                  <a:schemeClr val="tx2"/>
                </a:solidFill>
              </a:rPr>
              <a:t>ahb2apb_ahb_assertions.sv  +  ahb2apb_ahb_assertions_macros.sv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dirty="0"/>
              <a:t>Reset &amp; known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106832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dirty="0" err="1"/>
              <a:t>HRESETn</a:t>
            </a:r>
            <a:r>
              <a:rPr dirty="0"/>
              <a:t> known; on reset HREADYOUT=1, HRESP=0, HTRANS=IDLE</a:t>
            </a:r>
            <a:r>
              <a:rPr lang="en-US" dirty="0"/>
              <a:t>.. At any time, </a:t>
            </a:r>
            <a:r>
              <a:rPr dirty="0"/>
              <a:t>HSEL, HTRANS, HADDR, HREADY, HREADYOUT and HRESP cannot be X/Z.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432304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505456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Valid transaction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When HTRANS is not IDLE, HPROT, HSIZE and HWRITE must be known.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447287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520439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Read/write data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03903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HWDATA must be known during a write data phase until ready; HRDATA must be known on successful read completion (or HRESP indicates error).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4462272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535424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Error response sequencing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818888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A rising HRESP requires HREADYOUT low, then rising on the next clock, followed by HRESP falling.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477255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550407"/>
            <a:ext cx="1068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t>Wait-state stability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33871"/>
            <a:ext cx="10683240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t>HADDR, HTRANS, HSIZE, HWRITE stable when stalled; HWDATA stable through write-data wait states.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63F50-0A74-571B-1809-C73DD890F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FEBA5A-B88D-A2F4-455C-93C96C88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C1B97-B0B4-20AA-3E73-AD527929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anchor="b">
            <a:normAutofit/>
          </a:bodyPr>
          <a:lstStyle/>
          <a:p>
            <a:r>
              <a:rPr lang="en-US"/>
              <a:t>Coverage Approach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DC1776-E60A-9834-BF90-B8E3EDC9A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53">
              <a:extLst>
                <a:ext uri="{FF2B5EF4-FFF2-40B4-BE49-F238E27FC236}">
                  <a16:creationId xmlns:a16="http://schemas.microsoft.com/office/drawing/2014/main" id="{8446A5B2-1C05-01F1-4F9C-DA4A21D7B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55">
              <a:extLst>
                <a:ext uri="{FF2B5EF4-FFF2-40B4-BE49-F238E27FC236}">
                  <a16:creationId xmlns:a16="http://schemas.microsoft.com/office/drawing/2014/main" id="{E3E3B150-7640-5E18-E936-1735BFFB2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7">
              <a:extLst>
                <a:ext uri="{FF2B5EF4-FFF2-40B4-BE49-F238E27FC236}">
                  <a16:creationId xmlns:a16="http://schemas.microsoft.com/office/drawing/2014/main" id="{C6AAADEA-F5C9-52B7-E575-3EA0EBD32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8">
              <a:extLst>
                <a:ext uri="{FF2B5EF4-FFF2-40B4-BE49-F238E27FC236}">
                  <a16:creationId xmlns:a16="http://schemas.microsoft.com/office/drawing/2014/main" id="{CD78782D-CCB1-8C71-5070-C0CD4C7F1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35A0DB-D2BC-9C3D-ABF9-74A71642F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A52C0C-15ED-AD3A-4006-027E895A51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1628585"/>
      </p:ext>
    </p:extLst>
  </p:cSld>
  <p:clrMapOvr>
    <a:masterClrMapping/>
  </p:clrMapOvr>
  <p:transition spd="slow">
    <p:cover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AF3CF-B349-6F27-E4A7-4BCE725A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CB8C76-B4C4-4F2C-A0A7-86A643582470}"/>
              </a:ext>
            </a:extLst>
          </p:cNvPr>
          <p:cNvSpPr txBox="1"/>
          <p:nvPr/>
        </p:nvSpPr>
        <p:spPr>
          <a:xfrm>
            <a:off x="502920" y="310896"/>
            <a:ext cx="1127760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>
                <a:solidFill>
                  <a:schemeClr val="tx2"/>
                </a:solidFill>
              </a:rPr>
              <a:t>AHB </a:t>
            </a:r>
            <a:r>
              <a:rPr lang="en-US">
                <a:solidFill>
                  <a:schemeClr val="tx2"/>
                </a:solidFill>
              </a:rPr>
              <a:t>Coverage </a:t>
            </a:r>
            <a:endParaRPr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72BBC-EFF4-47CB-6B55-444DDADAF009}"/>
              </a:ext>
            </a:extLst>
          </p:cNvPr>
          <p:cNvSpPr txBox="1"/>
          <p:nvPr/>
        </p:nvSpPr>
        <p:spPr>
          <a:xfrm>
            <a:off x="452628" y="896112"/>
            <a:ext cx="112776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>
                <a:solidFill>
                  <a:schemeClr val="tx2"/>
                </a:solidFill>
              </a:rPr>
              <a:t>ahb2apb_ahb_</a:t>
            </a:r>
            <a:r>
              <a:rPr lang="en-US">
                <a:solidFill>
                  <a:schemeClr val="tx2"/>
                </a:solidFill>
              </a:rPr>
              <a:t>coverage</a:t>
            </a:r>
            <a:r>
              <a:rPr>
                <a:solidFill>
                  <a:schemeClr val="tx2"/>
                </a:solidFill>
              </a:rPr>
              <a:t>.sv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E87D4E-75AB-1041-0AF9-894230034F7C}"/>
              </a:ext>
            </a:extLst>
          </p:cNvPr>
          <p:cNvSpPr/>
          <p:nvPr/>
        </p:nvSpPr>
        <p:spPr>
          <a:xfrm>
            <a:off x="530352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55E3D-7008-C4AF-3A8D-6AF08D0809DC}"/>
              </a:ext>
            </a:extLst>
          </p:cNvPr>
          <p:cNvSpPr txBox="1"/>
          <p:nvPr/>
        </p:nvSpPr>
        <p:spPr>
          <a:xfrm>
            <a:off x="749808" y="1490472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Only sample when HTRANS is not IDLE (except for HTRANS itself)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1FFDC-538B-1AA8-1976-9ECD29890C92}"/>
              </a:ext>
            </a:extLst>
          </p:cNvPr>
          <p:cNvSpPr txBox="1"/>
          <p:nvPr/>
        </p:nvSpPr>
        <p:spPr>
          <a:xfrm>
            <a:off x="749808" y="1773936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The rest of signals when HTRANS is IDLE are not sampled as when HTRANS is IDLE, the rest of signals are neglected by the bridge.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0E4495-8949-04A1-F391-78E7733B96B4}"/>
              </a:ext>
            </a:extLst>
          </p:cNvPr>
          <p:cNvSpPr/>
          <p:nvPr/>
        </p:nvSpPr>
        <p:spPr>
          <a:xfrm>
            <a:off x="530352" y="2432304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CCAB1-06F6-2F36-4001-A68888EB9193}"/>
              </a:ext>
            </a:extLst>
          </p:cNvPr>
          <p:cNvSpPr txBox="1"/>
          <p:nvPr/>
        </p:nvSpPr>
        <p:spPr>
          <a:xfrm>
            <a:off x="749808" y="2505456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HTRANS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3DDA3B-7C42-6270-1F10-9B509EBFA66D}"/>
              </a:ext>
            </a:extLst>
          </p:cNvPr>
          <p:cNvSpPr txBox="1"/>
          <p:nvPr/>
        </p:nvSpPr>
        <p:spPr>
          <a:xfrm>
            <a:off x="749808" y="2788920"/>
            <a:ext cx="106832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IDLE and NONSEQ states and all the transitions between them and cover BUSY and SEQ as illegal bins as there are no HBURST in the AHB interface.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E4E1E-B198-1237-7F11-8A6729F8E923}"/>
              </a:ext>
            </a:extLst>
          </p:cNvPr>
          <p:cNvSpPr/>
          <p:nvPr/>
        </p:nvSpPr>
        <p:spPr>
          <a:xfrm>
            <a:off x="530352" y="3447287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32716-A0E4-0210-F6C8-4FC3A7698038}"/>
              </a:ext>
            </a:extLst>
          </p:cNvPr>
          <p:cNvSpPr txBox="1"/>
          <p:nvPr/>
        </p:nvSpPr>
        <p:spPr>
          <a:xfrm>
            <a:off x="749808" y="3520439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HADDR[1:0],  HSIZE and HPROT[1:0]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D2A504-3473-0FB8-C40C-F899424760A6}"/>
              </a:ext>
            </a:extLst>
          </p:cNvPr>
          <p:cNvSpPr txBox="1"/>
          <p:nvPr/>
        </p:nvSpPr>
        <p:spPr>
          <a:xfrm>
            <a:off x="749808" y="3803903"/>
            <a:ext cx="106832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all combinations of the least 2 bits of HADDR to cover all offsets. Cover all HSIZE legal possibilities. Cover all combinations of the least HPROT as the most 2 bits are not used.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68938-2F0A-5FDC-515F-92583F74FF80}"/>
              </a:ext>
            </a:extLst>
          </p:cNvPr>
          <p:cNvSpPr/>
          <p:nvPr/>
        </p:nvSpPr>
        <p:spPr>
          <a:xfrm>
            <a:off x="530352" y="4462272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0E419-40E1-7B3C-8EE3-E1DFDB66E77A}"/>
              </a:ext>
            </a:extLst>
          </p:cNvPr>
          <p:cNvSpPr txBox="1"/>
          <p:nvPr/>
        </p:nvSpPr>
        <p:spPr>
          <a:xfrm>
            <a:off x="749808" y="4535424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HWRITE and HRESP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70E3A-B6C2-111F-9DB0-5C490FAA461A}"/>
              </a:ext>
            </a:extLst>
          </p:cNvPr>
          <p:cNvSpPr txBox="1"/>
          <p:nvPr/>
        </p:nvSpPr>
        <p:spPr>
          <a:xfrm>
            <a:off x="749808" y="4818888"/>
            <a:ext cx="106832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HWRITE signal to ensure that there are WRITE and READ operations and cover that all combinations of 2 back2back transactions. Cover HRESP signal to ensure that there are OKAY and ERROR responses and cover that all combinations of back2back responses.</a:t>
            </a:r>
            <a:endParaRPr lang="en-US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3AE907-F813-71AB-A1E3-69090E4C62F2}"/>
              </a:ext>
            </a:extLst>
          </p:cNvPr>
          <p:cNvSpPr/>
          <p:nvPr/>
        </p:nvSpPr>
        <p:spPr>
          <a:xfrm>
            <a:off x="530352" y="5477255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EB6191-EFE8-76C7-7CD9-668B3779CB06}"/>
              </a:ext>
            </a:extLst>
          </p:cNvPr>
          <p:cNvSpPr txBox="1"/>
          <p:nvPr/>
        </p:nvSpPr>
        <p:spPr>
          <a:xfrm>
            <a:off x="749808" y="5550407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 dirty="0"/>
              <a:t>Cross coverage from AHB points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EBDFE-6963-0082-1E88-EA3C6C7EFBCF}"/>
              </a:ext>
            </a:extLst>
          </p:cNvPr>
          <p:cNvSpPr txBox="1"/>
          <p:nvPr/>
        </p:nvSpPr>
        <p:spPr>
          <a:xfrm>
            <a:off x="749808" y="5833871"/>
            <a:ext cx="106832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Implement a cross </a:t>
            </a:r>
            <a:r>
              <a:rPr lang="en-US" err="1"/>
              <a:t>coverpoint</a:t>
            </a:r>
            <a:r>
              <a:rPr lang="en-US"/>
              <a:t> between HWRITE, HADDR and HSIZE to cover that all legal combinations between the 3 signals are covered. Implement a cross </a:t>
            </a:r>
            <a:r>
              <a:rPr lang="en-US" err="1"/>
              <a:t>coverpoint</a:t>
            </a:r>
            <a:r>
              <a:rPr lang="en-US"/>
              <a:t> between HWRITE and HPROT. Implement a cross </a:t>
            </a:r>
            <a:r>
              <a:rPr lang="en-US" err="1"/>
              <a:t>coverpoint</a:t>
            </a:r>
            <a:r>
              <a:rPr lang="en-US"/>
              <a:t> between HWRITE and HRESP.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7506C8-A812-F523-9E6D-D79E04825911}"/>
              </a:ext>
            </a:extLst>
          </p:cNvPr>
          <p:cNvSpPr txBox="1"/>
          <p:nvPr/>
        </p:nvSpPr>
        <p:spPr>
          <a:xfrm>
            <a:off x="13546784" y="310896"/>
            <a:ext cx="1127760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 lang="en-US">
                <a:solidFill>
                  <a:schemeClr val="tx2"/>
                </a:solidFill>
              </a:rPr>
              <a:t>APB</a:t>
            </a:r>
            <a:r>
              <a:rPr>
                <a:solidFill>
                  <a:schemeClr val="tx2"/>
                </a:solidFill>
              </a:rPr>
              <a:t> </a:t>
            </a:r>
            <a:r>
              <a:rPr lang="en-US">
                <a:solidFill>
                  <a:schemeClr val="tx2"/>
                </a:solidFill>
              </a:rPr>
              <a:t>Coverage </a:t>
            </a:r>
            <a:endParaRPr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DFA03-4347-6925-AB44-108ABA6CFA62}"/>
              </a:ext>
            </a:extLst>
          </p:cNvPr>
          <p:cNvSpPr txBox="1"/>
          <p:nvPr/>
        </p:nvSpPr>
        <p:spPr>
          <a:xfrm>
            <a:off x="13496492" y="896112"/>
            <a:ext cx="112776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>
                <a:solidFill>
                  <a:schemeClr val="tx2"/>
                </a:solidFill>
              </a:rPr>
              <a:t>ahb2apb_</a:t>
            </a:r>
            <a:r>
              <a:rPr lang="en-US">
                <a:solidFill>
                  <a:schemeClr val="tx2"/>
                </a:solidFill>
              </a:rPr>
              <a:t>apb</a:t>
            </a:r>
            <a:r>
              <a:rPr>
                <a:solidFill>
                  <a:schemeClr val="tx2"/>
                </a:solidFill>
              </a:rPr>
              <a:t>_</a:t>
            </a:r>
            <a:r>
              <a:rPr lang="en-US">
                <a:solidFill>
                  <a:schemeClr val="tx2"/>
                </a:solidFill>
              </a:rPr>
              <a:t>coverage</a:t>
            </a:r>
            <a:r>
              <a:rPr>
                <a:solidFill>
                  <a:schemeClr val="tx2"/>
                </a:solidFill>
              </a:rPr>
              <a:t>.sv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87EF7-1D82-11AD-9466-E84B9C73C162}"/>
              </a:ext>
            </a:extLst>
          </p:cNvPr>
          <p:cNvSpPr/>
          <p:nvPr/>
        </p:nvSpPr>
        <p:spPr>
          <a:xfrm>
            <a:off x="13574216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B9AB36-FD72-A836-DF04-3886ED05363C}"/>
              </a:ext>
            </a:extLst>
          </p:cNvPr>
          <p:cNvSpPr txBox="1"/>
          <p:nvPr/>
        </p:nvSpPr>
        <p:spPr>
          <a:xfrm>
            <a:off x="13793672" y="1490472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PSTRB (only sampled in write operations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4FFDDD-BA8C-5630-78C6-234E8E551AE7}"/>
              </a:ext>
            </a:extLst>
          </p:cNvPr>
          <p:cNvSpPr txBox="1"/>
          <p:nvPr/>
        </p:nvSpPr>
        <p:spPr>
          <a:xfrm>
            <a:off x="13793672" y="1773936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the PSTRB combinations that corresponds to the legal HSIZE and HADDR[1:0] only and consider any other combination as an illegal bin.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79CFFE-0447-DC36-C2FC-A318AD4A6C93}"/>
              </a:ext>
            </a:extLst>
          </p:cNvPr>
          <p:cNvSpPr/>
          <p:nvPr/>
        </p:nvSpPr>
        <p:spPr>
          <a:xfrm>
            <a:off x="13574216" y="2432304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FBD44-4310-4100-1FA3-DC1350652CA4}"/>
              </a:ext>
            </a:extLst>
          </p:cNvPr>
          <p:cNvSpPr txBox="1"/>
          <p:nvPr/>
        </p:nvSpPr>
        <p:spPr>
          <a:xfrm>
            <a:off x="13793672" y="2505456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PPROT[2] and PPROT[0]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C9387F-A0A0-955C-74CA-96B40BB5BBF8}"/>
              </a:ext>
            </a:extLst>
          </p:cNvPr>
          <p:cNvSpPr txBox="1"/>
          <p:nvPr/>
        </p:nvSpPr>
        <p:spPr>
          <a:xfrm>
            <a:off x="13793672" y="2788920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only the least and most bits from PPROT as PPROT[1] signal is not used (covered in APB assertions)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3B0A05-9EC6-2565-665D-62A4229AB892}"/>
              </a:ext>
            </a:extLst>
          </p:cNvPr>
          <p:cNvSpPr/>
          <p:nvPr/>
        </p:nvSpPr>
        <p:spPr>
          <a:xfrm>
            <a:off x="13574216" y="3447287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359F1-5956-2012-9B48-03D389A47C80}"/>
              </a:ext>
            </a:extLst>
          </p:cNvPr>
          <p:cNvSpPr txBox="1"/>
          <p:nvPr/>
        </p:nvSpPr>
        <p:spPr>
          <a:xfrm>
            <a:off x="13793672" y="3520439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PADDR[1:0]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A830DB-4446-1D4D-CD7D-B4F7DBF7A98F}"/>
              </a:ext>
            </a:extLst>
          </p:cNvPr>
          <p:cNvSpPr txBox="1"/>
          <p:nvPr/>
        </p:nvSpPr>
        <p:spPr>
          <a:xfrm>
            <a:off x="13793672" y="3803903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the least 2 bits of PADDR to ensure they are always 2'b00 and any other value is illegal.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2A180C-93BE-EEA8-E45C-EF918CC48338}"/>
              </a:ext>
            </a:extLst>
          </p:cNvPr>
          <p:cNvSpPr/>
          <p:nvPr/>
        </p:nvSpPr>
        <p:spPr>
          <a:xfrm>
            <a:off x="13574216" y="4462272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762B0C-A806-259B-A161-EA44FC3FEB21}"/>
              </a:ext>
            </a:extLst>
          </p:cNvPr>
          <p:cNvSpPr txBox="1"/>
          <p:nvPr/>
        </p:nvSpPr>
        <p:spPr>
          <a:xfrm>
            <a:off x="13793672" y="4535424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PWRITE and PSLVERR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FFCFFF-E4F1-D9AF-3DF2-5D877EDA6CD5}"/>
              </a:ext>
            </a:extLst>
          </p:cNvPr>
          <p:cNvSpPr txBox="1"/>
          <p:nvPr/>
        </p:nvSpPr>
        <p:spPr>
          <a:xfrm>
            <a:off x="13793672" y="4818888"/>
            <a:ext cx="106832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PWRITE signal to ensure that there are WRITE and READ operations and cover that all combinations of 2 back2back transactions. Cover PSLVERR signal to ensure that there are OKAY and ERROR responses and cover that all combinations of back2back responses.</a:t>
            </a:r>
            <a:endParaRPr lang="en-US" err="1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2BB3388-9830-BB85-9419-E3BAA79FC8BB}"/>
              </a:ext>
            </a:extLst>
          </p:cNvPr>
          <p:cNvSpPr/>
          <p:nvPr/>
        </p:nvSpPr>
        <p:spPr>
          <a:xfrm>
            <a:off x="13574216" y="5477255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8F7237-CB21-BCB5-5BB9-2EF767A7B10E}"/>
              </a:ext>
            </a:extLst>
          </p:cNvPr>
          <p:cNvSpPr txBox="1"/>
          <p:nvPr/>
        </p:nvSpPr>
        <p:spPr>
          <a:xfrm>
            <a:off x="13793672" y="5550407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 dirty="0"/>
              <a:t>Cross coverage from APB points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ED4CB6-AD01-3641-92FD-CFD8A879831F}"/>
              </a:ext>
            </a:extLst>
          </p:cNvPr>
          <p:cNvSpPr txBox="1"/>
          <p:nvPr/>
        </p:nvSpPr>
        <p:spPr>
          <a:xfrm>
            <a:off x="13793672" y="5833871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 Implement a cross </a:t>
            </a:r>
            <a:r>
              <a:rPr lang="en-US" err="1"/>
              <a:t>coverpoint</a:t>
            </a:r>
            <a:r>
              <a:rPr lang="en-US"/>
              <a:t> between PWRITE and PPROT. Implement a cross </a:t>
            </a:r>
            <a:r>
              <a:rPr lang="en-US" err="1"/>
              <a:t>coverpoint</a:t>
            </a:r>
            <a:r>
              <a:rPr lang="en-US"/>
              <a:t> between PWRITE and PSLVERR.</a:t>
            </a:r>
          </a:p>
        </p:txBody>
      </p:sp>
    </p:spTree>
    <p:extLst>
      <p:ext uri="{BB962C8B-B14F-4D97-AF65-F5344CB8AC3E}">
        <p14:creationId xmlns:p14="http://schemas.microsoft.com/office/powerpoint/2010/main" val="8870211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3D20-E602-D337-BF1A-84E79F38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A6747-4046-5E59-E4B0-696EA21322B4}"/>
              </a:ext>
            </a:extLst>
          </p:cNvPr>
          <p:cNvSpPr txBox="1"/>
          <p:nvPr/>
        </p:nvSpPr>
        <p:spPr>
          <a:xfrm>
            <a:off x="502920" y="310896"/>
            <a:ext cx="1127760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F5F9FF"/>
                </a:solidFill>
              </a:defRPr>
            </a:pPr>
            <a:r>
              <a:rPr lang="en-US">
                <a:solidFill>
                  <a:schemeClr val="tx2"/>
                </a:solidFill>
              </a:rPr>
              <a:t>APB</a:t>
            </a:r>
            <a:r>
              <a:rPr>
                <a:solidFill>
                  <a:schemeClr val="tx2"/>
                </a:solidFill>
              </a:rPr>
              <a:t> </a:t>
            </a:r>
            <a:r>
              <a:rPr lang="en-US">
                <a:solidFill>
                  <a:schemeClr val="tx2"/>
                </a:solidFill>
              </a:rPr>
              <a:t>Coverage </a:t>
            </a:r>
            <a:endParaRPr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6BEF8-6244-A6F8-A62C-16AAEA929473}"/>
              </a:ext>
            </a:extLst>
          </p:cNvPr>
          <p:cNvSpPr txBox="1"/>
          <p:nvPr/>
        </p:nvSpPr>
        <p:spPr>
          <a:xfrm>
            <a:off x="452628" y="896112"/>
            <a:ext cx="112776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63C7FA"/>
                </a:solidFill>
              </a:defRPr>
            </a:pPr>
            <a:r>
              <a:rPr>
                <a:solidFill>
                  <a:schemeClr val="tx2"/>
                </a:solidFill>
              </a:rPr>
              <a:t>ahb2apb_</a:t>
            </a:r>
            <a:r>
              <a:rPr lang="en-US">
                <a:solidFill>
                  <a:schemeClr val="tx2"/>
                </a:solidFill>
              </a:rPr>
              <a:t>apb</a:t>
            </a:r>
            <a:r>
              <a:rPr>
                <a:solidFill>
                  <a:schemeClr val="tx2"/>
                </a:solidFill>
              </a:rPr>
              <a:t>_</a:t>
            </a:r>
            <a:r>
              <a:rPr lang="en-US">
                <a:solidFill>
                  <a:schemeClr val="tx2"/>
                </a:solidFill>
              </a:rPr>
              <a:t>coverage</a:t>
            </a:r>
            <a:r>
              <a:rPr>
                <a:solidFill>
                  <a:schemeClr val="tx2"/>
                </a:solidFill>
              </a:rPr>
              <a:t>.sv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780D7D-25FE-B226-791F-E51E346A9205}"/>
              </a:ext>
            </a:extLst>
          </p:cNvPr>
          <p:cNvSpPr/>
          <p:nvPr/>
        </p:nvSpPr>
        <p:spPr>
          <a:xfrm>
            <a:off x="530352" y="1417320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DAA5E-583C-0467-8FBD-1922FB4280EE}"/>
              </a:ext>
            </a:extLst>
          </p:cNvPr>
          <p:cNvSpPr txBox="1"/>
          <p:nvPr/>
        </p:nvSpPr>
        <p:spPr>
          <a:xfrm>
            <a:off x="749808" y="1490472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PSTRB (only sampled in write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D88FD-EF1E-151C-2765-9C3F04669691}"/>
              </a:ext>
            </a:extLst>
          </p:cNvPr>
          <p:cNvSpPr txBox="1"/>
          <p:nvPr/>
        </p:nvSpPr>
        <p:spPr>
          <a:xfrm>
            <a:off x="749808" y="1773936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the PSTRB combinations that corresponds to the legal HSIZE and HADDR[1:0] only and consider any other combination as an illegal bin.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22C88C-829F-E3BA-4D73-B741D4365D31}"/>
              </a:ext>
            </a:extLst>
          </p:cNvPr>
          <p:cNvSpPr/>
          <p:nvPr/>
        </p:nvSpPr>
        <p:spPr>
          <a:xfrm>
            <a:off x="530352" y="2432304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211569-E054-BECA-8F85-114FCF9CC6BE}"/>
              </a:ext>
            </a:extLst>
          </p:cNvPr>
          <p:cNvSpPr txBox="1"/>
          <p:nvPr/>
        </p:nvSpPr>
        <p:spPr>
          <a:xfrm>
            <a:off x="749808" y="2505456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PPROT[2] and PPROT[0]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BD1613-B410-1E00-6D96-CD4BE098D33E}"/>
              </a:ext>
            </a:extLst>
          </p:cNvPr>
          <p:cNvSpPr txBox="1"/>
          <p:nvPr/>
        </p:nvSpPr>
        <p:spPr>
          <a:xfrm>
            <a:off x="749808" y="2788920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only the least and most bits from PPROT as PPROT[1] signal is not used (covered in APB assertions)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4459B-8125-4DB4-9091-8244DE5B2652}"/>
              </a:ext>
            </a:extLst>
          </p:cNvPr>
          <p:cNvSpPr/>
          <p:nvPr/>
        </p:nvSpPr>
        <p:spPr>
          <a:xfrm>
            <a:off x="530352" y="3447287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39DD9-E011-9E5A-2E03-8CECCAAAE131}"/>
              </a:ext>
            </a:extLst>
          </p:cNvPr>
          <p:cNvSpPr txBox="1"/>
          <p:nvPr/>
        </p:nvSpPr>
        <p:spPr>
          <a:xfrm>
            <a:off x="749808" y="3520439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PADDR[1:0]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E9D459-A726-EA3B-B9B3-A9C0D83BDB74}"/>
              </a:ext>
            </a:extLst>
          </p:cNvPr>
          <p:cNvSpPr txBox="1"/>
          <p:nvPr/>
        </p:nvSpPr>
        <p:spPr>
          <a:xfrm>
            <a:off x="749808" y="3803903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the least 2 bits of PADDR to ensure they are always 2'b00 and any other value is illegal.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04A2CB-7BEA-6AC9-ED97-ECA14EE149EE}"/>
              </a:ext>
            </a:extLst>
          </p:cNvPr>
          <p:cNvSpPr/>
          <p:nvPr/>
        </p:nvSpPr>
        <p:spPr>
          <a:xfrm>
            <a:off x="530352" y="4462272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793252-47C6-3A7C-2273-581CA9ECCFA0}"/>
              </a:ext>
            </a:extLst>
          </p:cNvPr>
          <p:cNvSpPr txBox="1"/>
          <p:nvPr/>
        </p:nvSpPr>
        <p:spPr>
          <a:xfrm>
            <a:off x="749808" y="4535424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/>
              <a:t>PWRITE and PSLVERR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77E8CA-AAC1-1625-835C-6E30C98CB133}"/>
              </a:ext>
            </a:extLst>
          </p:cNvPr>
          <p:cNvSpPr txBox="1"/>
          <p:nvPr/>
        </p:nvSpPr>
        <p:spPr>
          <a:xfrm>
            <a:off x="749808" y="4818888"/>
            <a:ext cx="106832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Cover PWRITE signal to ensure that there are WRITE and READ operations and cover that all combinations of 2 back2back transactions. Cover PSLVERR signal to ensure that there are OKAY and ERROR responses and cover that all combinations of back2back responses.</a:t>
            </a:r>
            <a:endParaRPr lang="en-US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B9587E-1FD1-3550-2D65-1CCB57AC5C49}"/>
              </a:ext>
            </a:extLst>
          </p:cNvPr>
          <p:cNvSpPr/>
          <p:nvPr/>
        </p:nvSpPr>
        <p:spPr>
          <a:xfrm>
            <a:off x="530352" y="5477255"/>
            <a:ext cx="11131296" cy="905255"/>
          </a:xfrm>
          <a:prstGeom prst="rect">
            <a:avLst/>
          </a:prstGeom>
          <a:solidFill>
            <a:srgbClr val="1C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D6BB01-2421-8A23-5C6F-FEC553585F45}"/>
              </a:ext>
            </a:extLst>
          </p:cNvPr>
          <p:cNvSpPr txBox="1"/>
          <p:nvPr/>
        </p:nvSpPr>
        <p:spPr>
          <a:xfrm>
            <a:off x="749808" y="5550407"/>
            <a:ext cx="106832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6AD8FF"/>
                </a:solidFill>
              </a:defRPr>
            </a:pPr>
            <a:r>
              <a:rPr lang="en-US" dirty="0"/>
              <a:t>Cross coverage from APB points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307248-A0B5-319A-DBB2-135AF555EFF4}"/>
              </a:ext>
            </a:extLst>
          </p:cNvPr>
          <p:cNvSpPr txBox="1"/>
          <p:nvPr/>
        </p:nvSpPr>
        <p:spPr>
          <a:xfrm>
            <a:off x="749808" y="5833871"/>
            <a:ext cx="1068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EBF1F8"/>
                </a:solidFill>
              </a:defRPr>
            </a:pPr>
            <a:r>
              <a:rPr lang="en-US"/>
              <a:t> Implement a cross </a:t>
            </a:r>
            <a:r>
              <a:rPr lang="en-US" err="1"/>
              <a:t>coverpoint</a:t>
            </a:r>
            <a:r>
              <a:rPr lang="en-US"/>
              <a:t> between PWRITE and PPROT. Implement a cross </a:t>
            </a:r>
            <a:r>
              <a:rPr lang="en-US" err="1"/>
              <a:t>coverpoint</a:t>
            </a:r>
            <a:r>
              <a:rPr lang="en-US"/>
              <a:t> between PWRITE and PSLVERR.</a:t>
            </a:r>
          </a:p>
        </p:txBody>
      </p:sp>
    </p:spTree>
    <p:extLst>
      <p:ext uri="{BB962C8B-B14F-4D97-AF65-F5344CB8AC3E}">
        <p14:creationId xmlns:p14="http://schemas.microsoft.com/office/powerpoint/2010/main" val="2339430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C7803-4267-B12B-87C1-D02B07EB8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9F91-5926-65DC-41D9-BF6089C6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Virtual Sequences</a:t>
            </a:r>
          </a:p>
        </p:txBody>
      </p:sp>
      <p:graphicFrame>
        <p:nvGraphicFramePr>
          <p:cNvPr id="269" name="Diagram 268">
            <a:extLst>
              <a:ext uri="{FF2B5EF4-FFF2-40B4-BE49-F238E27FC236}">
                <a16:creationId xmlns:a16="http://schemas.microsoft.com/office/drawing/2014/main" id="{EE55CD12-046B-6760-357E-34C8A7F033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903715"/>
              </p:ext>
            </p:extLst>
          </p:nvPr>
        </p:nvGraphicFramePr>
        <p:xfrm>
          <a:off x="3238501" y="1174377"/>
          <a:ext cx="5715000" cy="4509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2906963"/>
      </p:ext>
    </p:extLst>
  </p:cSld>
  <p:clrMapOvr>
    <a:masterClrMapping/>
  </p:clrMapOvr>
  <p:transition spd="slow">
    <p:cover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EA804-8C49-059F-0438-48C732E1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72675EB-0334-D099-B319-8B8A6E873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1236D-BEAF-7978-8915-66FBBD9FC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US" sz="3600"/>
              <a:t>Virtual Sequences: turning the verification plan into sequences</a:t>
            </a:r>
            <a:endParaRPr lang="en-US" sz="3600" b="0"/>
          </a:p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82ED58-BCB8-B54A-91FA-851ACA9CE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AC28BB-77DB-00C2-1CAB-65438E126F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9700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E32AE7-E2B3-46E0-B5DB-BFF3039DC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3DE32AE7-E2B3-46E0-B5DB-BFF3039DC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3DE32AE7-E2B3-46E0-B5DB-BFF3039DC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562127-2BF6-4C69-89F6-69E5222254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29562127-2BF6-4C69-89F6-69E5222254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29562127-2BF6-4C69-89F6-69E5222254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22DE56-0B54-4014-8A3C-08A1F434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4222DE56-0B54-4014-8A3C-08A1F434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4222DE56-0B54-4014-8A3C-08A1F434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53181E5-50AB-46C0-AC90-BC108428C1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C53181E5-50AB-46C0-AC90-BC108428C1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C53181E5-50AB-46C0-AC90-BC108428C1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DC2B8BB-8EAD-46B6-924A-17A20DC65C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ADC2B8BB-8EAD-46B6-924A-17A20DC65C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ADC2B8BB-8EAD-46B6-924A-17A20DC65C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2970C3-F6D5-40BC-9ED3-48A839D022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142970C3-F6D5-40BC-9ED3-48A839D022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142970C3-F6D5-40BC-9ED3-48A839D022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CC6C953-594E-42B8-9F80-BDC7F530F8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0CC6C953-594E-42B8-9F80-BDC7F530F8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0CC6C953-594E-42B8-9F80-BDC7F530F8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94F879-19ED-4A7C-85E8-2EFA594481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AA94F879-19ED-4A7C-85E8-2EFA594481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AA94F879-19ED-4A7C-85E8-2EFA594481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B5AD-F670-3081-972A-72A5960B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BA4D-14B6-4B65-38A4-455938EF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Virtual Sequences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5BB33E3-DCE3-6EA6-4520-74238915A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4610978"/>
              </p:ext>
            </p:extLst>
          </p:nvPr>
        </p:nvGraphicFramePr>
        <p:xfrm>
          <a:off x="2801470" y="782171"/>
          <a:ext cx="6589058" cy="5293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2613345"/>
      </p:ext>
    </p:extLst>
  </p:cSld>
  <p:clrMapOvr>
    <a:masterClrMapping/>
  </p:clrMapOvr>
  <p:transition spd="slow">
    <p:cover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A568-86B8-2FB9-986F-CC4C012B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DF42-F6B6-114E-45BA-31C4F775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Virtual Sequences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0591431-8F25-1E62-420D-4544F695E8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7564864"/>
              </p:ext>
            </p:extLst>
          </p:nvPr>
        </p:nvGraphicFramePr>
        <p:xfrm>
          <a:off x="1311088" y="289112"/>
          <a:ext cx="8157881" cy="6571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66" name="Picture 265">
            <a:extLst>
              <a:ext uri="{FF2B5EF4-FFF2-40B4-BE49-F238E27FC236}">
                <a16:creationId xmlns:a16="http://schemas.microsoft.com/office/drawing/2014/main" id="{C0298D90-1ADA-9592-3266-BB23BE6942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60" y="4776507"/>
            <a:ext cx="1034415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8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3B2F8-8E78-111A-E009-D49DEA64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03B0-7CD7-89F1-B8ED-7244912C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Approach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A6DF43-E040-90E6-117C-889BEAE26E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2743645"/>
              </p:ext>
            </p:extLst>
          </p:nvPr>
        </p:nvGraphicFramePr>
        <p:xfrm>
          <a:off x="3204576" y="1401871"/>
          <a:ext cx="5772410" cy="4617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36FA6FD-41CC-9F08-0AFD-0098503A7E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709327"/>
              </p:ext>
            </p:extLst>
          </p:nvPr>
        </p:nvGraphicFramePr>
        <p:xfrm>
          <a:off x="12642150" y="1589414"/>
          <a:ext cx="5434852" cy="4341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17311740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FA3040-EF68-4C41-87CB-A4490CC84E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BFFA3040-EF68-4C41-87CB-A4490CC84E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02407F-A534-4DF8-A7C7-FC79F5C945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BB02407F-A534-4DF8-A7C7-FC79F5C945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9E6AD5-B5CB-4542-A1C5-74C4897D2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F99E6AD5-B5CB-4542-A1C5-74C4897D2B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ED1973-69E8-4130-8484-D81BA70F2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2FED1973-69E8-4130-8484-D81BA70F27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A4573AB-DAC7-4C79-AC50-8EACA101E1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dgm id="{CA4573AB-DAC7-4C79-AC50-8EACA101E1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7B75695-5E30-4961-91CB-9C0A02B234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87B75695-5E30-4961-91CB-9C0A02B234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AC9980-133E-4A3A-A2ED-669D39678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89AC9980-133E-4A3A-A2ED-669D396788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883C139-26C0-47F3-92EB-E1B2337B7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3883C139-26C0-47F3-92EB-E1B2337B76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E1B7-9CC7-4EE2-6B32-517403AD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B2F6-A1B8-49A6-059B-2B427352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Approach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C82E920-16BF-6E4B-C388-3711B0C60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3136007"/>
              </p:ext>
            </p:extLst>
          </p:nvPr>
        </p:nvGraphicFramePr>
        <p:xfrm>
          <a:off x="3384176" y="1589414"/>
          <a:ext cx="5434852" cy="4341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50A2889-BB2F-D92F-3188-80943E5844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953259"/>
              </p:ext>
            </p:extLst>
          </p:nvPr>
        </p:nvGraphicFramePr>
        <p:xfrm>
          <a:off x="-6586643" y="1401871"/>
          <a:ext cx="5772410" cy="4617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4686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35E05-6BBF-26B0-F43C-C957CDAD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4695-F939-2A64-B0AF-CABECF12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11" y="748554"/>
            <a:ext cx="7335835" cy="1268984"/>
          </a:xfrm>
        </p:spPr>
        <p:txBody>
          <a:bodyPr/>
          <a:lstStyle/>
          <a:p>
            <a:r>
              <a:rPr lang="en-US"/>
              <a:t>Reset During Sequence</a:t>
            </a: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8A414C6E-C0C0-4DA5-34DA-DAE2863F4E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251181"/>
              </p:ext>
            </p:extLst>
          </p:nvPr>
        </p:nvGraphicFramePr>
        <p:xfrm>
          <a:off x="1748117" y="1185582"/>
          <a:ext cx="6152029" cy="492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72306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8" grpId="0">
        <p:bldAsOne/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C9C00-29E2-684F-D1FE-FEE018E7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B02B-E5E5-AFC2-D73B-2454D8E1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 Testing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761422E-8235-A234-34CF-3EE1AAEEFC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5742750"/>
              </p:ext>
            </p:extLst>
          </p:nvPr>
        </p:nvGraphicFramePr>
        <p:xfrm>
          <a:off x="2880987" y="618994"/>
          <a:ext cx="6419588" cy="5139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1DBD5C0-7A49-F5A6-31F9-2CE7694859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7415635"/>
              </p:ext>
            </p:extLst>
          </p:nvPr>
        </p:nvGraphicFramePr>
        <p:xfrm>
          <a:off x="13057786" y="1398495"/>
          <a:ext cx="5434852" cy="4341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8909611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7200-87FE-F7DA-3B32-263A4348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4AA7-C776-71C1-173F-EF458AA0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 Testing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62DD50C1-6EEF-8A0B-DE59-595D2DCB9CB7}"/>
              </a:ext>
            </a:extLst>
          </p:cNvPr>
          <p:cNvGraphicFramePr/>
          <p:nvPr/>
        </p:nvGraphicFramePr>
        <p:xfrm>
          <a:off x="3384176" y="1398495"/>
          <a:ext cx="5434852" cy="4341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36B762B-2999-F925-938B-0754167F13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070251"/>
              </p:ext>
            </p:extLst>
          </p:nvPr>
        </p:nvGraphicFramePr>
        <p:xfrm>
          <a:off x="-7537338" y="618994"/>
          <a:ext cx="6419588" cy="5139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0265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A6D5F-7090-2F1C-8A0A-3319E766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EA3DD8-1F6A-3F84-A59D-C44440304F1B}"/>
              </a:ext>
            </a:extLst>
          </p:cNvPr>
          <p:cNvSpPr txBox="1"/>
          <p:nvPr/>
        </p:nvSpPr>
        <p:spPr>
          <a:xfrm>
            <a:off x="594360" y="347472"/>
            <a:ext cx="2027158" cy="541687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"/>
              </a:defRPr>
            </a:pPr>
            <a:r>
              <a:rPr dirty="0"/>
              <a:t>Automation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CC534-98A3-A712-FCC6-7969F1CD31F4}"/>
              </a:ext>
            </a:extLst>
          </p:cNvPr>
          <p:cNvSpPr txBox="1"/>
          <p:nvPr/>
        </p:nvSpPr>
        <p:spPr>
          <a:xfrm>
            <a:off x="594360" y="1269323"/>
            <a:ext cx="7371057" cy="326243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rPr sz="1400" dirty="0"/>
              <a:t>A </a:t>
            </a:r>
            <a:r>
              <a:rPr sz="1400" dirty="0" err="1"/>
              <a:t>Makefile</a:t>
            </a:r>
            <a:r>
              <a:rPr sz="1400" dirty="0"/>
              <a:t>-driven </a:t>
            </a:r>
            <a:r>
              <a:rPr sz="1400" dirty="0" err="1"/>
              <a:t>QuestaSim</a:t>
            </a:r>
            <a:r>
              <a:rPr sz="1400" dirty="0"/>
              <a:t> flow for repeatable multi-test simulation and coverage collection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E9DBD9-B7C5-0F46-53E8-9BDC556EC312}"/>
              </a:ext>
            </a:extLst>
          </p:cNvPr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r">
              <a:defRPr sz="1000" b="1">
                <a:solidFill>
                  <a:srgbClr val="6473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4DD0785D-37F4-A8D2-8F51-3D72461BA99A}"/>
              </a:ext>
            </a:extLst>
          </p:cNvPr>
          <p:cNvSpPr/>
          <p:nvPr/>
        </p:nvSpPr>
        <p:spPr>
          <a:xfrm>
            <a:off x="594360" y="18288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07FEF-2A60-7A8F-3C3D-4DEC91DB4945}"/>
              </a:ext>
            </a:extLst>
          </p:cNvPr>
          <p:cNvSpPr txBox="1"/>
          <p:nvPr/>
        </p:nvSpPr>
        <p:spPr>
          <a:xfrm>
            <a:off x="667512" y="1993392"/>
            <a:ext cx="17373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300" b="1">
                <a:solidFill>
                  <a:srgbClr val="2869B4"/>
                </a:solidFill>
                <a:latin typeface="Aptos"/>
              </a:defRPr>
            </a:pPr>
            <a:r>
              <a:t>1  CLEAN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39525C-DCAB-FBFE-5515-E69E51F3A383}"/>
              </a:ext>
            </a:extLst>
          </p:cNvPr>
          <p:cNvSpPr txBox="1"/>
          <p:nvPr/>
        </p:nvSpPr>
        <p:spPr>
          <a:xfrm>
            <a:off x="685800" y="2340864"/>
            <a:ext cx="1691640" cy="5029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t>Remove old sim outputs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0EC08B-FF8B-1D42-745D-B590217EC6F9}"/>
              </a:ext>
            </a:extLst>
          </p:cNvPr>
          <p:cNvSpPr txBox="1"/>
          <p:nvPr/>
        </p:nvSpPr>
        <p:spPr>
          <a:xfrm>
            <a:off x="2496312" y="2176272"/>
            <a:ext cx="3657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647382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C21298B6-09E4-2B32-BD0B-71E034AECC42}"/>
              </a:ext>
            </a:extLst>
          </p:cNvPr>
          <p:cNvSpPr/>
          <p:nvPr/>
        </p:nvSpPr>
        <p:spPr>
          <a:xfrm>
            <a:off x="2880360" y="18288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3942A9-268A-AE6D-8380-383BBCA8C909}"/>
              </a:ext>
            </a:extLst>
          </p:cNvPr>
          <p:cNvSpPr txBox="1"/>
          <p:nvPr/>
        </p:nvSpPr>
        <p:spPr>
          <a:xfrm>
            <a:off x="2953512" y="1993392"/>
            <a:ext cx="17373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300" b="1">
                <a:solidFill>
                  <a:srgbClr val="36BECD"/>
                </a:solidFill>
                <a:latin typeface="Aptos"/>
              </a:defRPr>
            </a:pPr>
            <a:r>
              <a:t>2  COMPILE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5D147B-0E12-516C-9748-116B96A3629C}"/>
              </a:ext>
            </a:extLst>
          </p:cNvPr>
          <p:cNvSpPr txBox="1"/>
          <p:nvPr/>
        </p:nvSpPr>
        <p:spPr>
          <a:xfrm>
            <a:off x="2971800" y="2340864"/>
            <a:ext cx="1691640" cy="5029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RTL + AHB/APB agents</a:t>
            </a:r>
          </a:p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+ testbench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329A6A-F94D-AFDC-5396-9DFB709CC839}"/>
              </a:ext>
            </a:extLst>
          </p:cNvPr>
          <p:cNvSpPr txBox="1"/>
          <p:nvPr/>
        </p:nvSpPr>
        <p:spPr>
          <a:xfrm>
            <a:off x="4782312" y="2176272"/>
            <a:ext cx="3657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647382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2696FD00-338E-2BE3-7206-0278AB2AD841}"/>
              </a:ext>
            </a:extLst>
          </p:cNvPr>
          <p:cNvSpPr/>
          <p:nvPr/>
        </p:nvSpPr>
        <p:spPr>
          <a:xfrm>
            <a:off x="5166360" y="18288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F26C71-69C6-E0F0-C87E-8429C5557813}"/>
              </a:ext>
            </a:extLst>
          </p:cNvPr>
          <p:cNvSpPr txBox="1"/>
          <p:nvPr/>
        </p:nvSpPr>
        <p:spPr>
          <a:xfrm>
            <a:off x="5239512" y="1993392"/>
            <a:ext cx="17373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300" b="1">
                <a:solidFill>
                  <a:srgbClr val="329169"/>
                </a:solidFill>
                <a:latin typeface="Aptos"/>
              </a:defRPr>
            </a:pPr>
            <a:r>
              <a:rPr dirty="0"/>
              <a:t>3  RUN TESTS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C5A801-B814-C1AD-CA40-8A6D8E5FB1BD}"/>
              </a:ext>
            </a:extLst>
          </p:cNvPr>
          <p:cNvSpPr txBox="1"/>
          <p:nvPr/>
        </p:nvSpPr>
        <p:spPr>
          <a:xfrm>
            <a:off x="5451903" y="2340864"/>
            <a:ext cx="1303435" cy="449354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Execute each test</a:t>
            </a:r>
          </a:p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with a </a:t>
            </a:r>
            <a:r>
              <a:rPr lang="en-US" dirty="0"/>
              <a:t>random </a:t>
            </a:r>
            <a:r>
              <a:rPr dirty="0"/>
              <a:t>seed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A1E94E-9B63-FAA2-B412-2078E88C79B0}"/>
              </a:ext>
            </a:extLst>
          </p:cNvPr>
          <p:cNvSpPr txBox="1"/>
          <p:nvPr/>
        </p:nvSpPr>
        <p:spPr>
          <a:xfrm>
            <a:off x="7068312" y="2176272"/>
            <a:ext cx="3657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647382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451877CD-244B-E5C7-4D8A-3499873E51C3}"/>
              </a:ext>
            </a:extLst>
          </p:cNvPr>
          <p:cNvSpPr/>
          <p:nvPr/>
        </p:nvSpPr>
        <p:spPr>
          <a:xfrm>
            <a:off x="7452360" y="18288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DADC32-4BBB-4281-2B96-2CB28874A15B}"/>
              </a:ext>
            </a:extLst>
          </p:cNvPr>
          <p:cNvSpPr txBox="1"/>
          <p:nvPr/>
        </p:nvSpPr>
        <p:spPr>
          <a:xfrm>
            <a:off x="7525512" y="1993392"/>
            <a:ext cx="17373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300" b="1">
                <a:solidFill>
                  <a:srgbClr val="E19137"/>
                </a:solidFill>
                <a:latin typeface="Aptos"/>
              </a:defRPr>
            </a:pPr>
            <a:r>
              <a:t>4  MERGE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19D350-F7D6-8022-02EB-7A0C6A73B284}"/>
              </a:ext>
            </a:extLst>
          </p:cNvPr>
          <p:cNvSpPr txBox="1"/>
          <p:nvPr/>
        </p:nvSpPr>
        <p:spPr>
          <a:xfrm>
            <a:off x="7543800" y="2340864"/>
            <a:ext cx="1691640" cy="5029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Combine per-test</a:t>
            </a:r>
          </a:p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UCDB databases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EC1328-8CDD-6F91-1D30-4C5A5B494917}"/>
              </a:ext>
            </a:extLst>
          </p:cNvPr>
          <p:cNvSpPr txBox="1"/>
          <p:nvPr/>
        </p:nvSpPr>
        <p:spPr>
          <a:xfrm>
            <a:off x="9354312" y="2176272"/>
            <a:ext cx="3657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647382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47" name="Rounded Rectangle 21">
            <a:extLst>
              <a:ext uri="{FF2B5EF4-FFF2-40B4-BE49-F238E27FC236}">
                <a16:creationId xmlns:a16="http://schemas.microsoft.com/office/drawing/2014/main" id="{A37DDD03-533F-91AA-DE74-21BA36D05329}"/>
              </a:ext>
            </a:extLst>
          </p:cNvPr>
          <p:cNvSpPr/>
          <p:nvPr/>
        </p:nvSpPr>
        <p:spPr>
          <a:xfrm>
            <a:off x="9738360" y="18288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0D9F3D-5DD3-812E-993F-45D53FB61FB0}"/>
              </a:ext>
            </a:extLst>
          </p:cNvPr>
          <p:cNvSpPr txBox="1"/>
          <p:nvPr/>
        </p:nvSpPr>
        <p:spPr>
          <a:xfrm>
            <a:off x="9811512" y="1993392"/>
            <a:ext cx="173736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300" b="1">
                <a:solidFill>
                  <a:srgbClr val="2869B4"/>
                </a:solidFill>
                <a:latin typeface="Aptos"/>
              </a:defRPr>
            </a:pPr>
            <a:r>
              <a:t>5  REPORT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6A0C7E-29EA-C76A-CBAD-578F9EBB953B}"/>
              </a:ext>
            </a:extLst>
          </p:cNvPr>
          <p:cNvSpPr txBox="1"/>
          <p:nvPr/>
        </p:nvSpPr>
        <p:spPr>
          <a:xfrm>
            <a:off x="9829800" y="2340864"/>
            <a:ext cx="1691640" cy="5029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Generate HTML + text</a:t>
            </a:r>
          </a:p>
          <a:p>
            <a:pPr algn="ctr">
              <a:defRPr sz="1100" b="0">
                <a:solidFill>
                  <a:srgbClr val="2A3646"/>
                </a:solidFill>
                <a:latin typeface="Aptos"/>
              </a:defRPr>
            </a:pPr>
            <a:r>
              <a:rPr dirty="0"/>
              <a:t>coverage reports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74E75C-2EF5-AA14-5701-B194E81EC3CD}"/>
              </a:ext>
            </a:extLst>
          </p:cNvPr>
          <p:cNvSpPr txBox="1"/>
          <p:nvPr/>
        </p:nvSpPr>
        <p:spPr>
          <a:xfrm>
            <a:off x="685800" y="3401568"/>
            <a:ext cx="3520440" cy="4031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1">
                <a:solidFill>
                  <a:srgbClr val="12233D"/>
                </a:solidFill>
                <a:latin typeface="Aptos"/>
              </a:defRPr>
            </a:pPr>
            <a:r>
              <a:rPr dirty="0"/>
              <a:t>What the automation handles</a:t>
            </a:r>
          </a:p>
        </p:txBody>
      </p:sp>
      <p:sp>
        <p:nvSpPr>
          <p:cNvPr id="55" name="Rounded Rectangle 25">
            <a:extLst>
              <a:ext uri="{FF2B5EF4-FFF2-40B4-BE49-F238E27FC236}">
                <a16:creationId xmlns:a16="http://schemas.microsoft.com/office/drawing/2014/main" id="{4CA381C9-A43B-CED1-42DD-7B9B1DBA2C86}"/>
              </a:ext>
            </a:extLst>
          </p:cNvPr>
          <p:cNvSpPr/>
          <p:nvPr/>
        </p:nvSpPr>
        <p:spPr>
          <a:xfrm>
            <a:off x="640080" y="379476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074D7C-2ABB-FD97-5D5A-9BA61C68A377}"/>
              </a:ext>
            </a:extLst>
          </p:cNvPr>
          <p:cNvSpPr/>
          <p:nvPr/>
        </p:nvSpPr>
        <p:spPr>
          <a:xfrm>
            <a:off x="640080" y="3794760"/>
            <a:ext cx="73152" cy="150876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EF3D77-BDEA-FBD6-AF5B-8D5035B02E2D}"/>
              </a:ext>
            </a:extLst>
          </p:cNvPr>
          <p:cNvSpPr txBox="1"/>
          <p:nvPr/>
        </p:nvSpPr>
        <p:spPr>
          <a:xfrm>
            <a:off x="841247" y="3941064"/>
            <a:ext cx="315468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>
              <a:defRPr sz="1700" b="1">
                <a:solidFill>
                  <a:srgbClr val="12233D"/>
                </a:solidFill>
                <a:latin typeface="Aptos"/>
              </a:defRPr>
            </a:pPr>
            <a:r>
              <a:rPr dirty="0"/>
              <a:t>Test-list driven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F427F9-3630-98C1-FA99-7E72DF31A57C}"/>
              </a:ext>
            </a:extLst>
          </p:cNvPr>
          <p:cNvSpPr txBox="1"/>
          <p:nvPr/>
        </p:nvSpPr>
        <p:spPr>
          <a:xfrm>
            <a:off x="841247" y="4325112"/>
            <a:ext cx="2226418" cy="71096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2A3646"/>
                </a:solidFill>
                <a:latin typeface="Aptos"/>
              </a:defRPr>
            </a:pPr>
            <a:r>
              <a:rPr dirty="0"/>
              <a:t>The TESTS variable defines the regression. Make creates one run target per test.</a:t>
            </a:r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090CC8B5-632F-40C9-E002-192732527892}"/>
              </a:ext>
            </a:extLst>
          </p:cNvPr>
          <p:cNvSpPr/>
          <p:nvPr/>
        </p:nvSpPr>
        <p:spPr>
          <a:xfrm>
            <a:off x="4511042" y="3767328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94AC67E-98AC-CA97-58DA-67D7A25D3BAA}"/>
              </a:ext>
            </a:extLst>
          </p:cNvPr>
          <p:cNvSpPr/>
          <p:nvPr/>
        </p:nvSpPr>
        <p:spPr>
          <a:xfrm>
            <a:off x="4511042" y="3767328"/>
            <a:ext cx="73152" cy="1508760"/>
          </a:xfrm>
          <a:prstGeom prst="rect">
            <a:avLst/>
          </a:prstGeom>
          <a:solidFill>
            <a:srgbClr val="3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995477-0E2D-E8DD-B3D6-8D3E615DBFD4}"/>
              </a:ext>
            </a:extLst>
          </p:cNvPr>
          <p:cNvSpPr txBox="1"/>
          <p:nvPr/>
        </p:nvSpPr>
        <p:spPr>
          <a:xfrm>
            <a:off x="4712210" y="3913632"/>
            <a:ext cx="315468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>
              <a:defRPr sz="1700" b="1">
                <a:solidFill>
                  <a:srgbClr val="12233D"/>
                </a:solidFill>
                <a:latin typeface="Aptos"/>
              </a:defRPr>
            </a:pPr>
            <a:r>
              <a:t>Per-test artifacts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1341C5-AEF8-68F3-36C1-A5A0F79EB05D}"/>
              </a:ext>
            </a:extLst>
          </p:cNvPr>
          <p:cNvSpPr txBox="1"/>
          <p:nvPr/>
        </p:nvSpPr>
        <p:spPr>
          <a:xfrm>
            <a:off x="4712210" y="4297680"/>
            <a:ext cx="2880360" cy="71096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2A3646"/>
                </a:solidFill>
                <a:latin typeface="Aptos"/>
              </a:defRPr>
            </a:pPr>
            <a:r>
              <a:rPr dirty="0"/>
              <a:t>Separate transcript logs, waveform files and UCDB files make failures easier to isolate.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A67616B2-6FBF-0419-122D-BEE0AAC1D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385" y="3044952"/>
            <a:ext cx="3206494" cy="356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10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9" grpId="0"/>
      <p:bldP spid="21" grpId="0"/>
      <p:bldP spid="23" grpId="0" animBg="1"/>
      <p:bldP spid="25" grpId="0"/>
      <p:bldP spid="27" grpId="0"/>
      <p:bldP spid="29" grpId="0"/>
      <p:bldP spid="31" grpId="0" animBg="1"/>
      <p:bldP spid="33" grpId="0"/>
      <p:bldP spid="35" grpId="0"/>
      <p:bldP spid="37" grpId="0"/>
      <p:bldP spid="39" grpId="0" animBg="1"/>
      <p:bldP spid="41" grpId="0"/>
      <p:bldP spid="43" grpId="0"/>
      <p:bldP spid="45" grpId="0"/>
      <p:bldP spid="47" grpId="0" animBg="1"/>
      <p:bldP spid="49" grpId="0"/>
      <p:bldP spid="51" grpId="0"/>
      <p:bldP spid="55" grpId="0" animBg="1"/>
      <p:bldP spid="57" grpId="0" animBg="1"/>
      <p:bldP spid="59" grpId="0"/>
      <p:bldP spid="61" grpId="0"/>
      <p:bldP spid="71" grpId="0" animBg="1"/>
      <p:bldP spid="73" grpId="0" animBg="1"/>
      <p:bldP spid="75" grpId="0"/>
      <p:bldP spid="7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0DB5-531A-21BC-0456-A67F641F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2F4F-2EB4-878E-EAB9-43D216A0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Test cases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F0630-6348-F045-091A-B4BA32FA2980}"/>
              </a:ext>
            </a:extLst>
          </p:cNvPr>
          <p:cNvSpPr txBox="1"/>
          <p:nvPr/>
        </p:nvSpPr>
        <p:spPr>
          <a:xfrm>
            <a:off x="1602658" y="2163097"/>
            <a:ext cx="77604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1 : Reset AHB side while APB transfer is ongoing.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2: Reset APB side after an AHB transfer.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3: Keeping </a:t>
            </a:r>
            <a:r>
              <a:rPr lang="en-US" dirty="0" err="1"/>
              <a:t>Pready</a:t>
            </a:r>
            <a:r>
              <a:rPr lang="en-US" dirty="0"/>
              <a:t> high for one extra cycle after transfer ends.</a:t>
            </a:r>
          </a:p>
        </p:txBody>
      </p:sp>
    </p:spTree>
    <p:extLst>
      <p:ext uri="{BB962C8B-B14F-4D97-AF65-F5344CB8AC3E}">
        <p14:creationId xmlns:p14="http://schemas.microsoft.com/office/powerpoint/2010/main" val="1800235977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A57F-CC90-1E76-8221-60EF43EC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6878CA-37FB-4C2D-2706-44BD7265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492" y="495587"/>
            <a:ext cx="7335835" cy="1268984"/>
          </a:xfrm>
        </p:spPr>
        <p:txBody>
          <a:bodyPr/>
          <a:lstStyle/>
          <a:p>
            <a:r>
              <a:rPr lang="en-US" dirty="0"/>
              <a:t>Coverage exclusion</a:t>
            </a:r>
          </a:p>
        </p:txBody>
      </p:sp>
      <p:sp>
        <p:nvSpPr>
          <p:cNvPr id="9" name="Rounded Rectangle 25">
            <a:extLst>
              <a:ext uri="{FF2B5EF4-FFF2-40B4-BE49-F238E27FC236}">
                <a16:creationId xmlns:a16="http://schemas.microsoft.com/office/drawing/2014/main" id="{ADE57CC0-110F-B4FB-4758-D8C4F5E2575C}"/>
              </a:ext>
            </a:extLst>
          </p:cNvPr>
          <p:cNvSpPr/>
          <p:nvPr/>
        </p:nvSpPr>
        <p:spPr>
          <a:xfrm>
            <a:off x="5230518" y="192024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Toggle excludes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HTRANS[0]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HSIZE[2]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Synchronizer enable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PPROT[1]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PADDR[1:0]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ounded Rectangle 33">
            <a:extLst>
              <a:ext uri="{FF2B5EF4-FFF2-40B4-BE49-F238E27FC236}">
                <a16:creationId xmlns:a16="http://schemas.microsoft.com/office/drawing/2014/main" id="{C62FBBC1-72F7-1EAC-162D-1BD04199E80F}"/>
              </a:ext>
            </a:extLst>
          </p:cNvPr>
          <p:cNvSpPr/>
          <p:nvPr/>
        </p:nvSpPr>
        <p:spPr>
          <a:xfrm>
            <a:off x="548632" y="194836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E2696A-BD10-5EE3-DA8E-7F52FC2C742F}"/>
              </a:ext>
            </a:extLst>
          </p:cNvPr>
          <p:cNvSpPr/>
          <p:nvPr/>
        </p:nvSpPr>
        <p:spPr>
          <a:xfrm>
            <a:off x="548632" y="1948360"/>
            <a:ext cx="73152" cy="1508760"/>
          </a:xfrm>
          <a:prstGeom prst="rect">
            <a:avLst/>
          </a:prstGeom>
          <a:solidFill>
            <a:srgbClr val="3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0E6C43-AF9B-F52B-3ECA-CD6BCA3D2A10}"/>
              </a:ext>
            </a:extLst>
          </p:cNvPr>
          <p:cNvSpPr txBox="1"/>
          <p:nvPr/>
        </p:nvSpPr>
        <p:spPr>
          <a:xfrm>
            <a:off x="749800" y="2094664"/>
            <a:ext cx="3013069" cy="37241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>
              <a:defRPr sz="1700" b="1">
                <a:solidFill>
                  <a:srgbClr val="12233D"/>
                </a:solidFill>
                <a:latin typeface="Aptos"/>
              </a:defRPr>
            </a:pPr>
            <a:r>
              <a:rPr lang="en-US" dirty="0"/>
              <a:t>Branch &amp; statement excludes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B72894-46F8-7AFD-29ED-434491E4FD94}"/>
              </a:ext>
            </a:extLst>
          </p:cNvPr>
          <p:cNvSpPr txBox="1"/>
          <p:nvPr/>
        </p:nvSpPr>
        <p:spPr>
          <a:xfrm>
            <a:off x="749800" y="2478712"/>
            <a:ext cx="2880360" cy="51090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A3646"/>
                </a:solidFill>
                <a:latin typeface="Aptos"/>
              </a:defRPr>
            </a:pPr>
            <a:r>
              <a:rPr lang="en-US" dirty="0"/>
              <a:t>All default branches.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A3646"/>
                </a:solidFill>
                <a:latin typeface="Aptos"/>
              </a:defRPr>
            </a:pPr>
            <a:r>
              <a:rPr lang="en-US" dirty="0"/>
              <a:t>All xx states.</a:t>
            </a:r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2F1140-A334-8576-B03F-EB0636BB925C}"/>
              </a:ext>
            </a:extLst>
          </p:cNvPr>
          <p:cNvSpPr/>
          <p:nvPr/>
        </p:nvSpPr>
        <p:spPr>
          <a:xfrm>
            <a:off x="5193737" y="1920240"/>
            <a:ext cx="73152" cy="1508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3">
            <a:extLst>
              <a:ext uri="{FF2B5EF4-FFF2-40B4-BE49-F238E27FC236}">
                <a16:creationId xmlns:a16="http://schemas.microsoft.com/office/drawing/2014/main" id="{455AC0F7-C324-4B19-4745-3DD676CBDA9E}"/>
              </a:ext>
            </a:extLst>
          </p:cNvPr>
          <p:cNvSpPr/>
          <p:nvPr/>
        </p:nvSpPr>
        <p:spPr>
          <a:xfrm>
            <a:off x="585208" y="3960368"/>
            <a:ext cx="1000151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FF8F3A-0B61-1553-FD32-505A7729BC48}"/>
              </a:ext>
            </a:extLst>
          </p:cNvPr>
          <p:cNvSpPr txBox="1"/>
          <p:nvPr/>
        </p:nvSpPr>
        <p:spPr>
          <a:xfrm>
            <a:off x="786376" y="4106672"/>
            <a:ext cx="2144883" cy="37241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>
              <a:defRPr sz="1700" b="1">
                <a:solidFill>
                  <a:srgbClr val="12233D"/>
                </a:solidFill>
                <a:latin typeface="Aptos"/>
              </a:defRPr>
            </a:pPr>
            <a:r>
              <a:rPr lang="en-US" dirty="0"/>
              <a:t>Expression excludes</a:t>
            </a:r>
            <a:endParaRPr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3F541A3-87BC-CEFC-8AA6-D565C5355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84" y="4982330"/>
            <a:ext cx="5898391" cy="1752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12CE67B-197B-5D98-57EB-8EA20696F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84" y="4516611"/>
            <a:ext cx="5890770" cy="1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7859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7" grpId="0"/>
      <p:bldP spid="19" grpId="0" animBg="1"/>
      <p:bldP spid="21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36829-A05C-13D1-3A58-C4441C9D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A0643F-FAD5-5EDD-7691-6830A343D809}"/>
              </a:ext>
            </a:extLst>
          </p:cNvPr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43E"/>
                </a:solidFill>
                <a:latin typeface="Aptos Display"/>
              </a:defRPr>
            </a:pPr>
            <a:r>
              <a:rPr dirty="0"/>
              <a:t>Coverage Results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75F18B3F-C8DD-7B20-3C97-4759103ACD75}"/>
              </a:ext>
            </a:extLst>
          </p:cNvPr>
          <p:cNvSpPr/>
          <p:nvPr/>
        </p:nvSpPr>
        <p:spPr>
          <a:xfrm>
            <a:off x="612648" y="1476756"/>
            <a:ext cx="10927080" cy="731520"/>
          </a:xfrm>
          <a:prstGeom prst="round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8DBD0-85F9-2047-C687-AF2C8B664F00}"/>
              </a:ext>
            </a:extLst>
          </p:cNvPr>
          <p:cNvSpPr txBox="1"/>
          <p:nvPr/>
        </p:nvSpPr>
        <p:spPr>
          <a:xfrm>
            <a:off x="868680" y="1627632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100% reported coverage across the listed RTL and functional coverage metrics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12C0DB53-3743-CFEC-14B3-2B8EAA8C773B}"/>
              </a:ext>
            </a:extLst>
          </p:cNvPr>
          <p:cNvSpPr/>
          <p:nvPr/>
        </p:nvSpPr>
        <p:spPr>
          <a:xfrm>
            <a:off x="640080" y="2514600"/>
            <a:ext cx="352044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AF8071-459F-F36B-DF6F-A454E4B8B87A}"/>
              </a:ext>
            </a:extLst>
          </p:cNvPr>
          <p:cNvSpPr/>
          <p:nvPr/>
        </p:nvSpPr>
        <p:spPr>
          <a:xfrm>
            <a:off x="640080" y="2514600"/>
            <a:ext cx="73152" cy="338328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8877B5-CD61-CBE9-7071-D3996D4CE60F}"/>
              </a:ext>
            </a:extLst>
          </p:cNvPr>
          <p:cNvSpPr txBox="1"/>
          <p:nvPr/>
        </p:nvSpPr>
        <p:spPr>
          <a:xfrm>
            <a:off x="859536" y="2679192"/>
            <a:ext cx="313639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43E"/>
                </a:solidFill>
                <a:latin typeface="Aptos Display"/>
              </a:defRPr>
            </a:pPr>
            <a:r>
              <a:t>AHB-side controller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Branches: 36 / 36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Expressions: 30 / 30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Statements: 47 / 47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Toggle bins: 416 / 416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FSM: 4 states, 9 transitions covered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80A63772-036A-853D-6538-75E3DC1BEF61}"/>
              </a:ext>
            </a:extLst>
          </p:cNvPr>
          <p:cNvSpPr/>
          <p:nvPr/>
        </p:nvSpPr>
        <p:spPr>
          <a:xfrm>
            <a:off x="4343400" y="2514600"/>
            <a:ext cx="352044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C6A6F6-E48A-3094-FF38-9A2231B6312C}"/>
              </a:ext>
            </a:extLst>
          </p:cNvPr>
          <p:cNvSpPr/>
          <p:nvPr/>
        </p:nvSpPr>
        <p:spPr>
          <a:xfrm>
            <a:off x="4343400" y="2514600"/>
            <a:ext cx="73152" cy="3383280"/>
          </a:xfrm>
          <a:prstGeom prst="rect">
            <a:avLst/>
          </a:prstGeom>
          <a:solidFill>
            <a:srgbClr val="14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9084D3-752B-823E-51A1-51DDC5D5AFD4}"/>
              </a:ext>
            </a:extLst>
          </p:cNvPr>
          <p:cNvSpPr txBox="1"/>
          <p:nvPr/>
        </p:nvSpPr>
        <p:spPr>
          <a:xfrm>
            <a:off x="4562856" y="2679192"/>
            <a:ext cx="3136392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43E"/>
                </a:solidFill>
                <a:latin typeface="Aptos Display"/>
              </a:defRPr>
            </a:pPr>
            <a:r>
              <a:t>APB-side controller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Branches: 40 / 40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Expressions: 9 / 9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Statements: 40 / 40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Toggle bins: 384 / 384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FSM: 3 states, 4 transitions covered</a:t>
            </a: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27A392B1-3BBF-1330-A605-2364F9166D17}"/>
              </a:ext>
            </a:extLst>
          </p:cNvPr>
          <p:cNvSpPr/>
          <p:nvPr/>
        </p:nvSpPr>
        <p:spPr>
          <a:xfrm>
            <a:off x="8046720" y="2514600"/>
            <a:ext cx="3493008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E11FEB-10AE-7675-D822-75A9CE0EDD46}"/>
              </a:ext>
            </a:extLst>
          </p:cNvPr>
          <p:cNvSpPr/>
          <p:nvPr/>
        </p:nvSpPr>
        <p:spPr>
          <a:xfrm>
            <a:off x="8046720" y="2514600"/>
            <a:ext cx="73152" cy="3383280"/>
          </a:xfrm>
          <a:prstGeom prst="rect">
            <a:avLst/>
          </a:prstGeom>
          <a:solidFill>
            <a:srgbClr val="24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035E83-0B0E-C27B-18DF-FA51FC2137AF}"/>
              </a:ext>
            </a:extLst>
          </p:cNvPr>
          <p:cNvSpPr txBox="1"/>
          <p:nvPr/>
        </p:nvSpPr>
        <p:spPr>
          <a:xfrm>
            <a:off x="8266176" y="2679192"/>
            <a:ext cx="31089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43E"/>
                </a:solidFill>
                <a:latin typeface="Aptos Display"/>
              </a:defRPr>
            </a:pPr>
            <a:r>
              <a:t>Functional coverage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AHB agent: 57 / 57 bins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13 coverpoints and crosses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APB agent: 38 / 38 bins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10 coverpoints and crosses</a:t>
            </a:r>
          </a:p>
          <a:p>
            <a:pPr>
              <a:spcBef>
                <a:spcPts val="600"/>
              </a:spcBef>
              <a:defRPr sz="1200">
                <a:solidFill>
                  <a:srgbClr val="232D3A"/>
                </a:solidFill>
                <a:latin typeface="Aptos"/>
              </a:defRPr>
            </a:pPr>
            <a:r>
              <a:t>Reset and transaction scenarios covered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2B478D-DBD7-0DB7-F4F1-240E68A0764D}"/>
              </a:ext>
            </a:extLst>
          </p:cNvPr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61E0F6-1229-A4E2-454B-1436CE0001E5}"/>
              </a:ext>
            </a:extLst>
          </p:cNvPr>
          <p:cNvSpPr txBox="1"/>
          <p:nvPr/>
        </p:nvSpPr>
        <p:spPr>
          <a:xfrm>
            <a:off x="621792" y="655624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0"/>
                </a:solidFill>
                <a:latin typeface="Aptos"/>
              </a:defRPr>
            </a:pPr>
            <a:r>
              <a:t>AHB-to-APB Asynchronous Bridge | UVM Verification Results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452E61-266A-DA7D-1AE6-56D304B2470C}"/>
              </a:ext>
            </a:extLst>
          </p:cNvPr>
          <p:cNvSpPr txBox="1"/>
          <p:nvPr/>
        </p:nvSpPr>
        <p:spPr>
          <a:xfrm>
            <a:off x="1110996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0"/>
                </a:solidFill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425134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7" grpId="0" animBg="1"/>
      <p:bldP spid="19" grpId="0" animBg="1"/>
      <p:bldP spid="21" grpId="0"/>
      <p:bldP spid="23" grpId="0" animBg="1"/>
      <p:bldP spid="25" grpId="0" animBg="1"/>
      <p:bldP spid="27" grpId="0"/>
      <p:bldP spid="29" grpId="0" animBg="1"/>
      <p:bldP spid="31" grpId="0" animBg="1"/>
      <p:bldP spid="3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43E"/>
                </a:solidFill>
                <a:latin typeface="Aptos Display"/>
              </a:defRPr>
            </a:pPr>
            <a:r>
              <a:t>Assertion Results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80"/>
                </a:solidFill>
                <a:latin typeface="Aptos"/>
              </a:defRPr>
            </a:pPr>
            <a:r>
              <a:t>Protocol checking and regression coverage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3749039" cy="566928"/>
          </a:xfrm>
          <a:prstGeom prst="rect">
            <a:avLst/>
          </a:prstGeom>
          <a:solidFill>
            <a:srgbClr val="14243E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35661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Assertion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481328"/>
            <a:ext cx="2011680" cy="566928"/>
          </a:xfrm>
          <a:prstGeom prst="rect">
            <a:avLst/>
          </a:prstGeom>
          <a:solidFill>
            <a:srgbClr val="14243E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79" y="1591056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481328"/>
            <a:ext cx="1828800" cy="566928"/>
          </a:xfrm>
          <a:prstGeom prst="rect">
            <a:avLst/>
          </a:prstGeom>
          <a:solidFill>
            <a:srgbClr val="14243E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591056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481328"/>
            <a:ext cx="2011680" cy="566928"/>
          </a:xfrm>
          <a:prstGeom prst="rect">
            <a:avLst/>
          </a:prstGeom>
          <a:solidFill>
            <a:srgbClr val="14243E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591056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Reported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048256"/>
            <a:ext cx="3749039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157984"/>
            <a:ext cx="35661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32D3A"/>
                </a:solidFill>
                <a:latin typeface="Aptos"/>
              </a:defRPr>
            </a:pPr>
            <a:r>
              <a:t>Bridge-level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048256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2157984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D3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048256"/>
            <a:ext cx="1828800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2157984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4845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048256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157984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4845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615184"/>
            <a:ext cx="3749039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2724912"/>
            <a:ext cx="35661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32D3A"/>
                </a:solidFill>
                <a:latin typeface="Aptos"/>
              </a:defRPr>
            </a:pPr>
            <a:r>
              <a:t>APB protocol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61518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79" y="2724912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D3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61518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9" y="2724912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4845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61518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2724912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4845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182112"/>
            <a:ext cx="3749039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291840"/>
            <a:ext cx="35661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32D3A"/>
                </a:solidFill>
                <a:latin typeface="Aptos"/>
              </a:defRPr>
            </a:pPr>
            <a:r>
              <a:t>AHB protocol checks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3182112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79" y="3291840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D3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182112"/>
            <a:ext cx="1828800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59" y="3291840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4845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3182112"/>
            <a:ext cx="2011680" cy="566928"/>
          </a:xfrm>
          <a:prstGeom prst="rect">
            <a:avLst/>
          </a:prstGeom>
          <a:solidFill>
            <a:srgbClr val="F2F6FA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66760" y="3291840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4845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655624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80"/>
                </a:solidFill>
                <a:latin typeface="Aptos"/>
              </a:defRPr>
            </a:pPr>
            <a:r>
              <a:t>AHB-to-APB Asynchronous Bridge | UVM Verification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55132-359A-BD73-3B09-D83758A0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805" y="2302242"/>
            <a:ext cx="5735166" cy="140954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7200" dirty="0"/>
              <a:t>Thank You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63AF7E2-A240-C246-AFB8-2AD8FF462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760799C4-90B2-C44F-B45C-4128C830B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24">
              <a:extLst>
                <a:ext uri="{FF2B5EF4-FFF2-40B4-BE49-F238E27FC236}">
                  <a16:creationId xmlns:a16="http://schemas.microsoft.com/office/drawing/2014/main" id="{8117A5FF-BE82-D049-80D2-F42CEB9E7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25">
              <a:extLst>
                <a:ext uri="{FF2B5EF4-FFF2-40B4-BE49-F238E27FC236}">
                  <a16:creationId xmlns:a16="http://schemas.microsoft.com/office/drawing/2014/main" id="{0BDBD55C-A498-F545-BABF-ACA34A20E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26">
              <a:extLst>
                <a:ext uri="{FF2B5EF4-FFF2-40B4-BE49-F238E27FC236}">
                  <a16:creationId xmlns:a16="http://schemas.microsoft.com/office/drawing/2014/main" id="{FC6DFD41-F3C6-7747-98B3-A47594E7B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id="{FA2D6C8B-5842-3443-BC3B-700D61C56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28">
              <a:extLst>
                <a:ext uri="{FF2B5EF4-FFF2-40B4-BE49-F238E27FC236}">
                  <a16:creationId xmlns:a16="http://schemas.microsoft.com/office/drawing/2014/main" id="{C7442654-B5C0-1847-A829-082D07974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42B39F10-6841-E54C-8D10-69B571EE1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5010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4170</Words>
  <Application>Microsoft Office PowerPoint</Application>
  <PresentationFormat>Widescreen</PresentationFormat>
  <Paragraphs>720</Paragraphs>
  <Slides>63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Aptos</vt:lpstr>
      <vt:lpstr>Arial</vt:lpstr>
      <vt:lpstr>Calibri</vt:lpstr>
      <vt:lpstr>Courier New</vt:lpstr>
      <vt:lpstr>Helvetica</vt:lpstr>
      <vt:lpstr>Neue Haas Grotesk Text Pro</vt:lpstr>
      <vt:lpstr>PunchcardVTI</vt:lpstr>
      <vt:lpstr>AHB2APB Async UVM Verification Environment</vt:lpstr>
      <vt:lpstr>Verification Plan</vt:lpstr>
      <vt:lpstr>Environment Architecture</vt:lpstr>
      <vt:lpstr>PowerPoint Presentation</vt:lpstr>
      <vt:lpstr>AHB Agent</vt:lpstr>
      <vt:lpstr>Agent Architecture</vt:lpstr>
      <vt:lpstr>Agent Configuration Object</vt:lpstr>
      <vt:lpstr>Item monitor</vt:lpstr>
      <vt:lpstr>Monitor logic</vt:lpstr>
      <vt:lpstr>Item drive</vt:lpstr>
      <vt:lpstr>Item drive</vt:lpstr>
      <vt:lpstr>PowerPoint Presentation</vt:lpstr>
      <vt:lpstr>Driver reset handling</vt:lpstr>
      <vt:lpstr>Sequencer reset handling</vt:lpstr>
      <vt:lpstr>PowerPoint Presentation</vt:lpstr>
      <vt:lpstr>PowerPoint Presentation</vt:lpstr>
      <vt:lpstr>PowerPoint Presentation</vt:lpstr>
      <vt:lpstr>Agent Configuration Object</vt:lpstr>
      <vt:lpstr>Driver Sequence Item</vt:lpstr>
      <vt:lpstr>PowerPoint Presentation</vt:lpstr>
      <vt:lpstr>APB Monitor Item</vt:lpstr>
      <vt:lpstr>PowerPoint Presentation</vt:lpstr>
      <vt:lpstr>APB Monitor</vt:lpstr>
      <vt:lpstr>APB Sequencer</vt:lpstr>
      <vt:lpstr>APB Connections</vt:lpstr>
      <vt:lpstr>APB Memory</vt:lpstr>
      <vt:lpstr>APB Memory</vt:lpstr>
      <vt:lpstr>PowerPoint Presentation</vt:lpstr>
      <vt:lpstr>UVM Scoreboard</vt:lpstr>
      <vt:lpstr>Approach</vt:lpstr>
      <vt:lpstr>Approach</vt:lpstr>
      <vt:lpstr>Architecture</vt:lpstr>
      <vt:lpstr>PowerPoint Presentation</vt:lpstr>
      <vt:lpstr>APB predictor </vt:lpstr>
      <vt:lpstr>AHB predictor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Assertions</vt:lpstr>
      <vt:lpstr>PowerPoint Presentation</vt:lpstr>
      <vt:lpstr>PowerPoint Presentation</vt:lpstr>
      <vt:lpstr>PowerPoint Presentation</vt:lpstr>
      <vt:lpstr>Coverage Approach</vt:lpstr>
      <vt:lpstr>PowerPoint Presentation</vt:lpstr>
      <vt:lpstr>PowerPoint Presentation</vt:lpstr>
      <vt:lpstr>Virtual Sequences</vt:lpstr>
      <vt:lpstr>Virtual Sequences: turning the verification plan into sequences </vt:lpstr>
      <vt:lpstr>Virtual Sequences</vt:lpstr>
      <vt:lpstr>Virtual Sequences</vt:lpstr>
      <vt:lpstr>Testing Approach</vt:lpstr>
      <vt:lpstr>Testing Approach</vt:lpstr>
      <vt:lpstr>Reset During Sequence</vt:lpstr>
      <vt:lpstr>Clock Testing</vt:lpstr>
      <vt:lpstr>Clock Testing</vt:lpstr>
      <vt:lpstr>PowerPoint Presentation</vt:lpstr>
      <vt:lpstr>Specific Test cases</vt:lpstr>
      <vt:lpstr>Coverage exclusion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سعيد ماهر سعيد عطاالله</cp:lastModifiedBy>
  <cp:revision>302</cp:revision>
  <dcterms:created xsi:type="dcterms:W3CDTF">2026-10-10T12:18:46Z</dcterms:created>
  <dcterms:modified xsi:type="dcterms:W3CDTF">2026-10-13T06:41:06Z</dcterms:modified>
</cp:coreProperties>
</file>